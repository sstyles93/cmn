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70" r:id="rId4"/>
    <p:sldId id="271" r:id="rId5"/>
    <p:sldId id="261" r:id="rId6"/>
    <p:sldId id="267" r:id="rId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038D7-E244-43DF-B1C1-C7C1B2D24CB8}" v="75" dt="2022-01-05T17:49:5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.styles93@gmail.com" userId="7f50b7227b40f00a" providerId="LiveId" clId="{FB0038D7-E244-43DF-B1C1-C7C1B2D24CB8}"/>
    <pc:docChg chg="undo redo custSel addSld delSld modSld sldOrd">
      <pc:chgData name="samuel.styles93@gmail.com" userId="7f50b7227b40f00a" providerId="LiveId" clId="{FB0038D7-E244-43DF-B1C1-C7C1B2D24CB8}" dt="2022-01-05T17:50:02.094" v="1477"/>
      <pc:docMkLst>
        <pc:docMk/>
      </pc:docMkLst>
      <pc:sldChg chg="modSp del mod">
        <pc:chgData name="samuel.styles93@gmail.com" userId="7f50b7227b40f00a" providerId="LiveId" clId="{FB0038D7-E244-43DF-B1C1-C7C1B2D24CB8}" dt="2022-01-05T14:30:27.256" v="711" actId="2696"/>
        <pc:sldMkLst>
          <pc:docMk/>
          <pc:sldMk cId="2288845108" sldId="256"/>
        </pc:sldMkLst>
        <pc:spChg chg="mod">
          <ac:chgData name="samuel.styles93@gmail.com" userId="7f50b7227b40f00a" providerId="LiveId" clId="{FB0038D7-E244-43DF-B1C1-C7C1B2D24CB8}" dt="2022-01-05T14:29:21.767" v="695" actId="20577"/>
          <ac:spMkLst>
            <pc:docMk/>
            <pc:sldMk cId="2288845108" sldId="256"/>
            <ac:spMk id="2" creationId="{73A2D628-D833-4ED6-B3B3-7B6BB6E539E3}"/>
          </ac:spMkLst>
        </pc:spChg>
        <pc:spChg chg="mod">
          <ac:chgData name="samuel.styles93@gmail.com" userId="7f50b7227b40f00a" providerId="LiveId" clId="{FB0038D7-E244-43DF-B1C1-C7C1B2D24CB8}" dt="2022-01-05T14:29:27.793" v="696" actId="21"/>
          <ac:spMkLst>
            <pc:docMk/>
            <pc:sldMk cId="2288845108" sldId="256"/>
            <ac:spMk id="3" creationId="{C5213EFE-0340-4EA0-BD78-1554EB02A8BC}"/>
          </ac:spMkLst>
        </pc:spChg>
      </pc:sldChg>
      <pc:sldChg chg="modSp del mod">
        <pc:chgData name="samuel.styles93@gmail.com" userId="7f50b7227b40f00a" providerId="LiveId" clId="{FB0038D7-E244-43DF-B1C1-C7C1B2D24CB8}" dt="2022-01-05T13:56:03.609" v="6" actId="2696"/>
        <pc:sldMkLst>
          <pc:docMk/>
          <pc:sldMk cId="2808815216" sldId="257"/>
        </pc:sldMkLst>
        <pc:spChg chg="mod">
          <ac:chgData name="samuel.styles93@gmail.com" userId="7f50b7227b40f00a" providerId="LiveId" clId="{FB0038D7-E244-43DF-B1C1-C7C1B2D24CB8}" dt="2022-01-05T13:55:53.653" v="2" actId="1076"/>
          <ac:spMkLst>
            <pc:docMk/>
            <pc:sldMk cId="2808815216" sldId="257"/>
            <ac:spMk id="2" creationId="{73A2D628-D833-4ED6-B3B3-7B6BB6E539E3}"/>
          </ac:spMkLst>
        </pc:spChg>
      </pc:sldChg>
      <pc:sldChg chg="addSp delSp modSp new del mod ord setBg">
        <pc:chgData name="samuel.styles93@gmail.com" userId="7f50b7227b40f00a" providerId="LiveId" clId="{FB0038D7-E244-43DF-B1C1-C7C1B2D24CB8}" dt="2022-01-05T14:33:19.805" v="744" actId="2696"/>
        <pc:sldMkLst>
          <pc:docMk/>
          <pc:sldMk cId="989957710" sldId="258"/>
        </pc:sldMkLst>
        <pc:spChg chg="del mod">
          <ac:chgData name="samuel.styles93@gmail.com" userId="7f50b7227b40f00a" providerId="LiveId" clId="{FB0038D7-E244-43DF-B1C1-C7C1B2D24CB8}" dt="2022-01-05T13:56:48.194" v="12" actId="478"/>
          <ac:spMkLst>
            <pc:docMk/>
            <pc:sldMk cId="989957710" sldId="258"/>
            <ac:spMk id="2" creationId="{EEE66FF7-9679-400B-80A8-7C29FFA6433D}"/>
          </ac:spMkLst>
        </pc:spChg>
        <pc:spChg chg="add del mod">
          <ac:chgData name="samuel.styles93@gmail.com" userId="7f50b7227b40f00a" providerId="LiveId" clId="{FB0038D7-E244-43DF-B1C1-C7C1B2D24CB8}" dt="2022-01-05T14:30:45.799" v="713"/>
          <ac:spMkLst>
            <pc:docMk/>
            <pc:sldMk cId="989957710" sldId="258"/>
            <ac:spMk id="3" creationId="{3A905AE0-B0DC-4F04-81A0-A707B383BE65}"/>
          </ac:spMkLst>
        </pc:spChg>
        <pc:spChg chg="del">
          <ac:chgData name="samuel.styles93@gmail.com" userId="7f50b7227b40f00a" providerId="LiveId" clId="{FB0038D7-E244-43DF-B1C1-C7C1B2D24CB8}" dt="2022-01-05T13:57:40.859" v="20"/>
          <ac:spMkLst>
            <pc:docMk/>
            <pc:sldMk cId="989957710" sldId="258"/>
            <ac:spMk id="3" creationId="{E066B2B4-4752-4A5D-8054-0427781CECCC}"/>
          </ac:spMkLst>
        </pc:spChg>
        <pc:spChg chg="add del mod">
          <ac:chgData name="samuel.styles93@gmail.com" userId="7f50b7227b40f00a" providerId="LiveId" clId="{FB0038D7-E244-43DF-B1C1-C7C1B2D24CB8}" dt="2022-01-05T13:56:53.955" v="13" actId="478"/>
          <ac:spMkLst>
            <pc:docMk/>
            <pc:sldMk cId="989957710" sldId="258"/>
            <ac:spMk id="5" creationId="{1BF7EE58-ED45-41A7-A42B-E786831FC5F1}"/>
          </ac:spMkLst>
        </pc:spChg>
        <pc:spChg chg="add mod">
          <ac:chgData name="samuel.styles93@gmail.com" userId="7f50b7227b40f00a" providerId="LiveId" clId="{FB0038D7-E244-43DF-B1C1-C7C1B2D24CB8}" dt="2022-01-05T13:58:29.121" v="26" actId="14100"/>
          <ac:spMkLst>
            <pc:docMk/>
            <pc:sldMk cId="989957710" sldId="258"/>
            <ac:spMk id="6" creationId="{DCCC47DE-AF9F-4246-B1E5-ED2755214B54}"/>
          </ac:spMkLst>
        </pc:spChg>
        <pc:spChg chg="add mod">
          <ac:chgData name="samuel.styles93@gmail.com" userId="7f50b7227b40f00a" providerId="LiveId" clId="{FB0038D7-E244-43DF-B1C1-C7C1B2D24CB8}" dt="2022-01-05T14:10:36.671" v="506" actId="1076"/>
          <ac:spMkLst>
            <pc:docMk/>
            <pc:sldMk cId="989957710" sldId="258"/>
            <ac:spMk id="8" creationId="{3FAD48C7-8C20-4485-BB04-3FAA59FFF17D}"/>
          </ac:spMkLst>
        </pc:spChg>
        <pc:spChg chg="add del">
          <ac:chgData name="samuel.styles93@gmail.com" userId="7f50b7227b40f00a" providerId="LiveId" clId="{FB0038D7-E244-43DF-B1C1-C7C1B2D24CB8}" dt="2022-01-05T13:58:03.129" v="24" actId="26606"/>
          <ac:spMkLst>
            <pc:docMk/>
            <pc:sldMk cId="989957710" sldId="258"/>
            <ac:spMk id="12" creationId="{D009D6D5-DAC2-4A8B-A17A-E206B9012D09}"/>
          </ac:spMkLst>
        </pc:spChg>
        <pc:spChg chg="add">
          <ac:chgData name="samuel.styles93@gmail.com" userId="7f50b7227b40f00a" providerId="LiveId" clId="{FB0038D7-E244-43DF-B1C1-C7C1B2D24CB8}" dt="2022-01-05T13:58:03.129" v="24" actId="26606"/>
          <ac:spMkLst>
            <pc:docMk/>
            <pc:sldMk cId="989957710" sldId="258"/>
            <ac:spMk id="17" creationId="{F821940F-7A1D-4ACC-85B4-A932898ABB37}"/>
          </ac:spMkLst>
        </pc:spChg>
        <pc:spChg chg="add">
          <ac:chgData name="samuel.styles93@gmail.com" userId="7f50b7227b40f00a" providerId="LiveId" clId="{FB0038D7-E244-43DF-B1C1-C7C1B2D24CB8}" dt="2022-01-05T13:58:03.129" v="24" actId="26606"/>
          <ac:spMkLst>
            <pc:docMk/>
            <pc:sldMk cId="989957710" sldId="258"/>
            <ac:spMk id="19" creationId="{16674508-81D3-48CF-96BF-7FC60EAA572A}"/>
          </ac:spMkLst>
        </pc:spChg>
        <pc:picChg chg="add del mod">
          <ac:chgData name="samuel.styles93@gmail.com" userId="7f50b7227b40f00a" providerId="LiveId" clId="{FB0038D7-E244-43DF-B1C1-C7C1B2D24CB8}" dt="2022-01-05T14:30:36.393" v="712" actId="478"/>
          <ac:picMkLst>
            <pc:docMk/>
            <pc:sldMk cId="989957710" sldId="258"/>
            <ac:picMk id="7" creationId="{17AB1FA0-46A6-4662-A89E-E7C395294034}"/>
          </ac:picMkLst>
        </pc:picChg>
        <pc:picChg chg="add mod">
          <ac:chgData name="samuel.styles93@gmail.com" userId="7f50b7227b40f00a" providerId="LiveId" clId="{FB0038D7-E244-43DF-B1C1-C7C1B2D24CB8}" dt="2022-01-05T14:32:09.750" v="733" actId="1076"/>
          <ac:picMkLst>
            <pc:docMk/>
            <pc:sldMk cId="989957710" sldId="258"/>
            <ac:picMk id="9" creationId="{4A037172-8F7E-4387-A2A5-247B7ECD1A34}"/>
          </ac:picMkLst>
        </pc:picChg>
        <pc:picChg chg="add del mod">
          <ac:chgData name="samuel.styles93@gmail.com" userId="7f50b7227b40f00a" providerId="LiveId" clId="{FB0038D7-E244-43DF-B1C1-C7C1B2D24CB8}" dt="2022-01-05T14:24:31.100" v="670" actId="478"/>
          <ac:picMkLst>
            <pc:docMk/>
            <pc:sldMk cId="989957710" sldId="258"/>
            <ac:picMk id="13" creationId="{73D2FBD9-9284-44F9-BFB3-BFF9FCA64727}"/>
          </ac:picMkLst>
        </pc:picChg>
      </pc:sldChg>
      <pc:sldChg chg="new del">
        <pc:chgData name="samuel.styles93@gmail.com" userId="7f50b7227b40f00a" providerId="LiveId" clId="{FB0038D7-E244-43DF-B1C1-C7C1B2D24CB8}" dt="2022-01-05T14:02:34.655" v="202" actId="2696"/>
        <pc:sldMkLst>
          <pc:docMk/>
          <pc:sldMk cId="345540013" sldId="259"/>
        </pc:sldMkLst>
      </pc:sldChg>
      <pc:sldChg chg="addSp delSp modSp add del mod setBg setClrOvrMap">
        <pc:chgData name="samuel.styles93@gmail.com" userId="7f50b7227b40f00a" providerId="LiveId" clId="{FB0038D7-E244-43DF-B1C1-C7C1B2D24CB8}" dt="2022-01-05T17:45:28.400" v="1276" actId="2696"/>
        <pc:sldMkLst>
          <pc:docMk/>
          <pc:sldMk cId="2016303416" sldId="259"/>
        </pc:sldMkLst>
        <pc:spChg chg="add del mod">
          <ac:chgData name="samuel.styles93@gmail.com" userId="7f50b7227b40f00a" providerId="LiveId" clId="{FB0038D7-E244-43DF-B1C1-C7C1B2D24CB8}" dt="2022-01-05T14:13:12.163" v="633" actId="478"/>
          <ac:spMkLst>
            <pc:docMk/>
            <pc:sldMk cId="2016303416" sldId="259"/>
            <ac:spMk id="3" creationId="{31B18972-20F7-4117-A1C4-33DB16B8D699}"/>
          </ac:spMkLst>
        </pc:spChg>
        <pc:spChg chg="add mod">
          <ac:chgData name="samuel.styles93@gmail.com" userId="7f50b7227b40f00a" providerId="LiveId" clId="{FB0038D7-E244-43DF-B1C1-C7C1B2D24CB8}" dt="2022-01-05T17:41:49.158" v="1145" actId="207"/>
          <ac:spMkLst>
            <pc:docMk/>
            <pc:sldMk cId="2016303416" sldId="259"/>
            <ac:spMk id="6" creationId="{B54C1840-0139-4EDD-924A-CC72ABDDE0B2}"/>
          </ac:spMkLst>
        </pc:spChg>
        <pc:spChg chg="del mod">
          <ac:chgData name="samuel.styles93@gmail.com" userId="7f50b7227b40f00a" providerId="LiveId" clId="{FB0038D7-E244-43DF-B1C1-C7C1B2D24CB8}" dt="2022-01-05T14:34:54.518" v="763" actId="478"/>
          <ac:spMkLst>
            <pc:docMk/>
            <pc:sldMk cId="2016303416" sldId="259"/>
            <ac:spMk id="6" creationId="{DCCC47DE-AF9F-4246-B1E5-ED2755214B54}"/>
          </ac:spMkLst>
        </pc:spChg>
        <pc:spChg chg="mod ord">
          <ac:chgData name="samuel.styles93@gmail.com" userId="7f50b7227b40f00a" providerId="LiveId" clId="{FB0038D7-E244-43DF-B1C1-C7C1B2D24CB8}" dt="2022-01-05T17:41:46.699" v="1144" actId="207"/>
          <ac:spMkLst>
            <pc:docMk/>
            <pc:sldMk cId="2016303416" sldId="259"/>
            <ac:spMk id="8" creationId="{3FAD48C7-8C20-4485-BB04-3FAA59FFF17D}"/>
          </ac:spMkLst>
        </pc:spChg>
        <pc:spChg chg="add del">
          <ac:chgData name="samuel.styles93@gmail.com" userId="7f50b7227b40f00a" providerId="LiveId" clId="{FB0038D7-E244-43DF-B1C1-C7C1B2D24CB8}" dt="2022-01-05T14:35:46.742" v="778" actId="26606"/>
          <ac:spMkLst>
            <pc:docMk/>
            <pc:sldMk cId="2016303416" sldId="259"/>
            <ac:spMk id="17" creationId="{F821940F-7A1D-4ACC-85B4-A932898ABB37}"/>
          </ac:spMkLst>
        </pc:spChg>
        <pc:spChg chg="add del">
          <ac:chgData name="samuel.styles93@gmail.com" userId="7f50b7227b40f00a" providerId="LiveId" clId="{FB0038D7-E244-43DF-B1C1-C7C1B2D24CB8}" dt="2022-01-05T14:35:46.742" v="778" actId="26606"/>
          <ac:spMkLst>
            <pc:docMk/>
            <pc:sldMk cId="2016303416" sldId="259"/>
            <ac:spMk id="19" creationId="{16674508-81D3-48CF-96BF-7FC60EAA572A}"/>
          </ac:spMkLst>
        </pc:spChg>
        <pc:spChg chg="add del">
          <ac:chgData name="samuel.styles93@gmail.com" userId="7f50b7227b40f00a" providerId="LiveId" clId="{FB0038D7-E244-43DF-B1C1-C7C1B2D24CB8}" dt="2022-01-05T14:35:00.154" v="765" actId="26606"/>
          <ac:spMkLst>
            <pc:docMk/>
            <pc:sldMk cId="2016303416" sldId="259"/>
            <ac:spMk id="24" creationId="{16EA23B6-4B44-4D76-87BA-D81CE35EDB73}"/>
          </ac:spMkLst>
        </pc:spChg>
        <pc:spChg chg="add del">
          <ac:chgData name="samuel.styles93@gmail.com" userId="7f50b7227b40f00a" providerId="LiveId" clId="{FB0038D7-E244-43DF-B1C1-C7C1B2D24CB8}" dt="2022-01-05T14:35:00.154" v="765" actId="26606"/>
          <ac:spMkLst>
            <pc:docMk/>
            <pc:sldMk cId="2016303416" sldId="259"/>
            <ac:spMk id="26" creationId="{2EEEAE0B-25B7-437B-B834-B70A935419CA}"/>
          </ac:spMkLst>
        </pc:spChg>
        <pc:spChg chg="add del">
          <ac:chgData name="samuel.styles93@gmail.com" userId="7f50b7227b40f00a" providerId="LiveId" clId="{FB0038D7-E244-43DF-B1C1-C7C1B2D24CB8}" dt="2022-01-05T14:35:04.552" v="767" actId="26606"/>
          <ac:spMkLst>
            <pc:docMk/>
            <pc:sldMk cId="2016303416" sldId="259"/>
            <ac:spMk id="28" creationId="{C87417AF-190E-4D6E-AFA6-7D3E84B0B430}"/>
          </ac:spMkLst>
        </pc:spChg>
        <pc:spChg chg="add del">
          <ac:chgData name="samuel.styles93@gmail.com" userId="7f50b7227b40f00a" providerId="LiveId" clId="{FB0038D7-E244-43DF-B1C1-C7C1B2D24CB8}" dt="2022-01-05T14:35:04.552" v="767" actId="26606"/>
          <ac:spMkLst>
            <pc:docMk/>
            <pc:sldMk cId="2016303416" sldId="259"/>
            <ac:spMk id="29" creationId="{A7AE9375-4664-4DB2-922D-2782A6E439AC}"/>
          </ac:spMkLst>
        </pc:spChg>
        <pc:spChg chg="add del">
          <ac:chgData name="samuel.styles93@gmail.com" userId="7f50b7227b40f00a" providerId="LiveId" clId="{FB0038D7-E244-43DF-B1C1-C7C1B2D24CB8}" dt="2022-01-05T14:35:04.552" v="767" actId="26606"/>
          <ac:spMkLst>
            <pc:docMk/>
            <pc:sldMk cId="2016303416" sldId="259"/>
            <ac:spMk id="30" creationId="{80B30ED8-273E-4C07-8568-2FE5CC5C483D}"/>
          </ac:spMkLst>
        </pc:spChg>
        <pc:spChg chg="add del">
          <ac:chgData name="samuel.styles93@gmail.com" userId="7f50b7227b40f00a" providerId="LiveId" clId="{FB0038D7-E244-43DF-B1C1-C7C1B2D24CB8}" dt="2022-01-05T14:35:16.293" v="769" actId="26606"/>
          <ac:spMkLst>
            <pc:docMk/>
            <pc:sldMk cId="2016303416" sldId="259"/>
            <ac:spMk id="33" creationId="{AAB8EDC3-1C0D-4505-A2C7-839A5161FB53}"/>
          </ac:spMkLst>
        </pc:spChg>
        <pc:spChg chg="add del">
          <ac:chgData name="samuel.styles93@gmail.com" userId="7f50b7227b40f00a" providerId="LiveId" clId="{FB0038D7-E244-43DF-B1C1-C7C1B2D24CB8}" dt="2022-01-05T14:35:16.293" v="769" actId="26606"/>
          <ac:spMkLst>
            <pc:docMk/>
            <pc:sldMk cId="2016303416" sldId="259"/>
            <ac:spMk id="34" creationId="{2069E294-3813-4588-9E9C-AEA08F9C4DA1}"/>
          </ac:spMkLst>
        </pc:spChg>
        <pc:spChg chg="add del">
          <ac:chgData name="samuel.styles93@gmail.com" userId="7f50b7227b40f00a" providerId="LiveId" clId="{FB0038D7-E244-43DF-B1C1-C7C1B2D24CB8}" dt="2022-01-05T14:35:30.997" v="771" actId="26606"/>
          <ac:spMkLst>
            <pc:docMk/>
            <pc:sldMk cId="2016303416" sldId="259"/>
            <ac:spMk id="36" creationId="{16EA23B6-4B44-4D76-87BA-D81CE35EDB73}"/>
          </ac:spMkLst>
        </pc:spChg>
        <pc:spChg chg="add del">
          <ac:chgData name="samuel.styles93@gmail.com" userId="7f50b7227b40f00a" providerId="LiveId" clId="{FB0038D7-E244-43DF-B1C1-C7C1B2D24CB8}" dt="2022-01-05T14:35:30.997" v="771" actId="26606"/>
          <ac:spMkLst>
            <pc:docMk/>
            <pc:sldMk cId="2016303416" sldId="259"/>
            <ac:spMk id="37" creationId="{2EEEAE0B-25B7-437B-B834-B70A935419CA}"/>
          </ac:spMkLst>
        </pc:spChg>
        <pc:spChg chg="add del">
          <ac:chgData name="samuel.styles93@gmail.com" userId="7f50b7227b40f00a" providerId="LiveId" clId="{FB0038D7-E244-43DF-B1C1-C7C1B2D24CB8}" dt="2022-01-05T14:35:35.973" v="773" actId="26606"/>
          <ac:spMkLst>
            <pc:docMk/>
            <pc:sldMk cId="2016303416" sldId="259"/>
            <ac:spMk id="39" creationId="{2DAA6C16-BF9B-4A3E-BC70-EE6015D4F967}"/>
          </ac:spMkLst>
        </pc:spChg>
        <pc:spChg chg="add del">
          <ac:chgData name="samuel.styles93@gmail.com" userId="7f50b7227b40f00a" providerId="LiveId" clId="{FB0038D7-E244-43DF-B1C1-C7C1B2D24CB8}" dt="2022-01-05T14:35:40.807" v="775" actId="26606"/>
          <ac:spMkLst>
            <pc:docMk/>
            <pc:sldMk cId="2016303416" sldId="259"/>
            <ac:spMk id="43" creationId="{55C01129-3453-464D-A870-ED71C6E89D60}"/>
          </ac:spMkLst>
        </pc:spChg>
        <pc:spChg chg="add del">
          <ac:chgData name="samuel.styles93@gmail.com" userId="7f50b7227b40f00a" providerId="LiveId" clId="{FB0038D7-E244-43DF-B1C1-C7C1B2D24CB8}" dt="2022-01-05T14:35:40.807" v="775" actId="26606"/>
          <ac:spMkLst>
            <pc:docMk/>
            <pc:sldMk cId="2016303416" sldId="259"/>
            <ac:spMk id="44" creationId="{9D2781A6-5C82-4764-B489-F9A599C0A7EB}"/>
          </ac:spMkLst>
        </pc:spChg>
        <pc:spChg chg="add del">
          <ac:chgData name="samuel.styles93@gmail.com" userId="7f50b7227b40f00a" providerId="LiveId" clId="{FB0038D7-E244-43DF-B1C1-C7C1B2D24CB8}" dt="2022-01-05T14:35:46.732" v="777" actId="26606"/>
          <ac:spMkLst>
            <pc:docMk/>
            <pc:sldMk cId="2016303416" sldId="259"/>
            <ac:spMk id="46" creationId="{35C956CA-A8FB-4F91-A258-FBE459CD99FC}"/>
          </ac:spMkLst>
        </pc:spChg>
        <pc:spChg chg="add del">
          <ac:chgData name="samuel.styles93@gmail.com" userId="7f50b7227b40f00a" providerId="LiveId" clId="{FB0038D7-E244-43DF-B1C1-C7C1B2D24CB8}" dt="2022-01-05T14:35:46.732" v="777" actId="26606"/>
          <ac:spMkLst>
            <pc:docMk/>
            <pc:sldMk cId="2016303416" sldId="259"/>
            <ac:spMk id="47" creationId="{70A48D59-8581-41F7-B529-F4617FE07A9A}"/>
          </ac:spMkLst>
        </pc:spChg>
        <pc:spChg chg="add del">
          <ac:chgData name="samuel.styles93@gmail.com" userId="7f50b7227b40f00a" providerId="LiveId" clId="{FB0038D7-E244-43DF-B1C1-C7C1B2D24CB8}" dt="2022-01-05T14:36:34.697" v="785" actId="26606"/>
          <ac:spMkLst>
            <pc:docMk/>
            <pc:sldMk cId="2016303416" sldId="259"/>
            <ac:spMk id="50" creationId="{AAB8EDC3-1C0D-4505-A2C7-839A5161FB53}"/>
          </ac:spMkLst>
        </pc:spChg>
        <pc:spChg chg="add del">
          <ac:chgData name="samuel.styles93@gmail.com" userId="7f50b7227b40f00a" providerId="LiveId" clId="{FB0038D7-E244-43DF-B1C1-C7C1B2D24CB8}" dt="2022-01-05T14:36:34.697" v="785" actId="26606"/>
          <ac:spMkLst>
            <pc:docMk/>
            <pc:sldMk cId="2016303416" sldId="259"/>
            <ac:spMk id="51" creationId="{2069E294-3813-4588-9E9C-AEA08F9C4DA1}"/>
          </ac:spMkLst>
        </pc:spChg>
        <pc:spChg chg="add">
          <ac:chgData name="samuel.styles93@gmail.com" userId="7f50b7227b40f00a" providerId="LiveId" clId="{FB0038D7-E244-43DF-B1C1-C7C1B2D24CB8}" dt="2022-01-05T14:36:34.697" v="785" actId="26606"/>
          <ac:spMkLst>
            <pc:docMk/>
            <pc:sldMk cId="2016303416" sldId="259"/>
            <ac:spMk id="56" creationId="{99F1FFA9-D672-408C-9220-ADEEC6ABDD09}"/>
          </ac:spMkLst>
        </pc:spChg>
        <pc:grpChg chg="add del">
          <ac:chgData name="samuel.styles93@gmail.com" userId="7f50b7227b40f00a" providerId="LiveId" clId="{FB0038D7-E244-43DF-B1C1-C7C1B2D24CB8}" dt="2022-01-05T14:35:35.973" v="773" actId="26606"/>
          <ac:grpSpMkLst>
            <pc:docMk/>
            <pc:sldMk cId="2016303416" sldId="259"/>
            <ac:grpSpMk id="40" creationId="{A4AE1828-51FD-4AD7-BCF6-9AF5C696CE5D}"/>
          </ac:grpSpMkLst>
        </pc:grpChg>
        <pc:picChg chg="del">
          <ac:chgData name="samuel.styles93@gmail.com" userId="7f50b7227b40f00a" providerId="LiveId" clId="{FB0038D7-E244-43DF-B1C1-C7C1B2D24CB8}" dt="2022-01-05T14:13:00.369" v="632" actId="478"/>
          <ac:picMkLst>
            <pc:docMk/>
            <pc:sldMk cId="2016303416" sldId="259"/>
            <ac:picMk id="7" creationId="{17AB1FA0-46A6-4662-A89E-E7C395294034}"/>
          </ac:picMkLst>
        </pc:picChg>
        <pc:picChg chg="add mod ord">
          <ac:chgData name="samuel.styles93@gmail.com" userId="7f50b7227b40f00a" providerId="LiveId" clId="{FB0038D7-E244-43DF-B1C1-C7C1B2D24CB8}" dt="2022-01-05T17:23:08.697" v="838" actId="1076"/>
          <ac:picMkLst>
            <pc:docMk/>
            <pc:sldMk cId="2016303416" sldId="259"/>
            <ac:picMk id="9" creationId="{ABE83102-FBD9-418A-97A8-F69EA13F22BD}"/>
          </ac:picMkLst>
        </pc:picChg>
        <pc:picChg chg="add mod ord">
          <ac:chgData name="samuel.styles93@gmail.com" userId="7f50b7227b40f00a" providerId="LiveId" clId="{FB0038D7-E244-43DF-B1C1-C7C1B2D24CB8}" dt="2022-01-05T14:36:34.697" v="785" actId="26606"/>
          <ac:picMkLst>
            <pc:docMk/>
            <pc:sldMk cId="2016303416" sldId="259"/>
            <ac:picMk id="11" creationId="{488EDCDE-09D6-435A-99A3-25B451CB6F62}"/>
          </ac:picMkLst>
        </pc:picChg>
        <pc:picChg chg="del">
          <ac:chgData name="samuel.styles93@gmail.com" userId="7f50b7227b40f00a" providerId="LiveId" clId="{FB0038D7-E244-43DF-B1C1-C7C1B2D24CB8}" dt="2022-01-05T14:13:44.923" v="639" actId="478"/>
          <ac:picMkLst>
            <pc:docMk/>
            <pc:sldMk cId="2016303416" sldId="259"/>
            <ac:picMk id="13" creationId="{73D2FBD9-9284-44F9-BFB3-BFF9FCA64727}"/>
          </ac:picMkLst>
        </pc:picChg>
        <pc:cxnChg chg="add del">
          <ac:chgData name="samuel.styles93@gmail.com" userId="7f50b7227b40f00a" providerId="LiveId" clId="{FB0038D7-E244-43DF-B1C1-C7C1B2D24CB8}" dt="2022-01-05T14:35:04.552" v="767" actId="26606"/>
          <ac:cxnSpMkLst>
            <pc:docMk/>
            <pc:sldMk cId="2016303416" sldId="259"/>
            <ac:cxnSpMk id="31" creationId="{EE504C98-6397-41C1-A8D8-2D9C4ED307E0}"/>
          </ac:cxnSpMkLst>
        </pc:cxnChg>
        <pc:cxnChg chg="add del">
          <ac:chgData name="samuel.styles93@gmail.com" userId="7f50b7227b40f00a" providerId="LiveId" clId="{FB0038D7-E244-43DF-B1C1-C7C1B2D24CB8}" dt="2022-01-05T14:35:46.732" v="777" actId="26606"/>
          <ac:cxnSpMkLst>
            <pc:docMk/>
            <pc:sldMk cId="2016303416" sldId="259"/>
            <ac:cxnSpMk id="48" creationId="{967F2066-0253-4771-A5F6-68111E1FE832}"/>
          </ac:cxnSpMkLst>
        </pc:cxnChg>
      </pc:sldChg>
      <pc:sldChg chg="modSp add del mod">
        <pc:chgData name="samuel.styles93@gmail.com" userId="7f50b7227b40f00a" providerId="LiveId" clId="{FB0038D7-E244-43DF-B1C1-C7C1B2D24CB8}" dt="2022-01-05T14:03:40.636" v="240" actId="2696"/>
        <pc:sldMkLst>
          <pc:docMk/>
          <pc:sldMk cId="2324406224" sldId="259"/>
        </pc:sldMkLst>
        <pc:spChg chg="mod">
          <ac:chgData name="samuel.styles93@gmail.com" userId="7f50b7227b40f00a" providerId="LiveId" clId="{FB0038D7-E244-43DF-B1C1-C7C1B2D24CB8}" dt="2022-01-05T14:03:14.079" v="239" actId="20577"/>
          <ac:spMkLst>
            <pc:docMk/>
            <pc:sldMk cId="2324406224" sldId="259"/>
            <ac:spMk id="6" creationId="{DCCC47DE-AF9F-4246-B1E5-ED2755214B54}"/>
          </ac:spMkLst>
        </pc:spChg>
      </pc:sldChg>
      <pc:sldChg chg="addSp delSp modSp new del mod ord setBg setClrOvrMap">
        <pc:chgData name="samuel.styles93@gmail.com" userId="7f50b7227b40f00a" providerId="LiveId" clId="{FB0038D7-E244-43DF-B1C1-C7C1B2D24CB8}" dt="2022-01-05T17:41:33.380" v="1142" actId="2696"/>
        <pc:sldMkLst>
          <pc:docMk/>
          <pc:sldMk cId="1066710845" sldId="260"/>
        </pc:sldMkLst>
        <pc:spChg chg="del mod">
          <ac:chgData name="samuel.styles93@gmail.com" userId="7f50b7227b40f00a" providerId="LiveId" clId="{FB0038D7-E244-43DF-B1C1-C7C1B2D24CB8}" dt="2022-01-05T14:04:38.100" v="260"/>
          <ac:spMkLst>
            <pc:docMk/>
            <pc:sldMk cId="1066710845" sldId="260"/>
            <ac:spMk id="2" creationId="{71518C2B-628B-484B-A5D8-DAB2D240336E}"/>
          </ac:spMkLst>
        </pc:spChg>
        <pc:spChg chg="mod ord">
          <ac:chgData name="samuel.styles93@gmail.com" userId="7f50b7227b40f00a" providerId="LiveId" clId="{FB0038D7-E244-43DF-B1C1-C7C1B2D24CB8}" dt="2022-01-05T14:38:12.663" v="789" actId="26606"/>
          <ac:spMkLst>
            <pc:docMk/>
            <pc:sldMk cId="1066710845" sldId="260"/>
            <ac:spMk id="3" creationId="{DCFA5D18-D97C-4D7A-AE90-E2946CE77EDA}"/>
          </ac:spMkLst>
        </pc:spChg>
        <pc:spChg chg="add del mod">
          <ac:chgData name="samuel.styles93@gmail.com" userId="7f50b7227b40f00a" providerId="LiveId" clId="{FB0038D7-E244-43DF-B1C1-C7C1B2D24CB8}" dt="2022-01-05T14:33:45.949" v="752" actId="26606"/>
          <ac:spMkLst>
            <pc:docMk/>
            <pc:sldMk cId="1066710845" sldId="260"/>
            <ac:spMk id="4" creationId="{8993AF30-6AA5-4154-BEC6-D8DB57039D33}"/>
          </ac:spMkLst>
        </pc:spChg>
        <pc:spChg chg="add mod ord">
          <ac:chgData name="samuel.styles93@gmail.com" userId="7f50b7227b40f00a" providerId="LiveId" clId="{FB0038D7-E244-43DF-B1C1-C7C1B2D24CB8}" dt="2022-01-05T14:38:12.663" v="789" actId="26606"/>
          <ac:spMkLst>
            <pc:docMk/>
            <pc:sldMk cId="1066710845" sldId="260"/>
            <ac:spMk id="6" creationId="{42278042-918D-46C8-97AF-47113E4EDB47}"/>
          </ac:spMkLst>
        </pc:spChg>
        <pc:spChg chg="add del">
          <ac:chgData name="samuel.styles93@gmail.com" userId="7f50b7227b40f00a" providerId="LiveId" clId="{FB0038D7-E244-43DF-B1C1-C7C1B2D24CB8}" dt="2022-01-05T14:33:45.949" v="752" actId="26606"/>
          <ac:spMkLst>
            <pc:docMk/>
            <pc:sldMk cId="1066710845" sldId="260"/>
            <ac:spMk id="8" creationId="{17718681-A12E-49D6-9925-DD7C68176D61}"/>
          </ac:spMkLst>
        </pc:spChg>
        <pc:spChg chg="add del">
          <ac:chgData name="samuel.styles93@gmail.com" userId="7f50b7227b40f00a" providerId="LiveId" clId="{FB0038D7-E244-43DF-B1C1-C7C1B2D24CB8}" dt="2022-01-05T14:33:45.949" v="752" actId="26606"/>
          <ac:spMkLst>
            <pc:docMk/>
            <pc:sldMk cId="1066710845" sldId="260"/>
            <ac:spMk id="10" creationId="{FBD77573-9EF2-4C35-8285-A1CF6FBB0EA5}"/>
          </ac:spMkLst>
        </pc:spChg>
        <pc:spChg chg="add del">
          <ac:chgData name="samuel.styles93@gmail.com" userId="7f50b7227b40f00a" providerId="LiveId" clId="{FB0038D7-E244-43DF-B1C1-C7C1B2D24CB8}" dt="2022-01-05T14:33:42.386" v="747" actId="26606"/>
          <ac:spMkLst>
            <pc:docMk/>
            <pc:sldMk cId="1066710845" sldId="260"/>
            <ac:spMk id="16" creationId="{8F23F8A3-8FD7-4779-8323-FDC26BE99889}"/>
          </ac:spMkLst>
        </pc:spChg>
        <pc:spChg chg="add del">
          <ac:chgData name="samuel.styles93@gmail.com" userId="7f50b7227b40f00a" providerId="LiveId" clId="{FB0038D7-E244-43DF-B1C1-C7C1B2D24CB8}" dt="2022-01-05T14:33:42.386" v="747" actId="26606"/>
          <ac:spMkLst>
            <pc:docMk/>
            <pc:sldMk cId="1066710845" sldId="260"/>
            <ac:spMk id="18" creationId="{F605C4CC-A25C-416F-8333-7CB7DC97D870}"/>
          </ac:spMkLst>
        </pc:spChg>
        <pc:spChg chg="add del">
          <ac:chgData name="samuel.styles93@gmail.com" userId="7f50b7227b40f00a" providerId="LiveId" clId="{FB0038D7-E244-43DF-B1C1-C7C1B2D24CB8}" dt="2022-01-05T14:33:43.718" v="749" actId="26606"/>
          <ac:spMkLst>
            <pc:docMk/>
            <pc:sldMk cId="1066710845" sldId="260"/>
            <ac:spMk id="21" creationId="{2B566528-1B12-4246-9431-5C2D7D081168}"/>
          </ac:spMkLst>
        </pc:spChg>
        <pc:spChg chg="add del">
          <ac:chgData name="samuel.styles93@gmail.com" userId="7f50b7227b40f00a" providerId="LiveId" clId="{FB0038D7-E244-43DF-B1C1-C7C1B2D24CB8}" dt="2022-01-05T14:33:43.718" v="749" actId="26606"/>
          <ac:spMkLst>
            <pc:docMk/>
            <pc:sldMk cId="1066710845" sldId="260"/>
            <ac:spMk id="22" creationId="{D3F51FEB-38FB-4F6C-9F7B-2F2AFAB65463}"/>
          </ac:spMkLst>
        </pc:spChg>
        <pc:spChg chg="add del">
          <ac:chgData name="samuel.styles93@gmail.com" userId="7f50b7227b40f00a" providerId="LiveId" clId="{FB0038D7-E244-43DF-B1C1-C7C1B2D24CB8}" dt="2022-01-05T14:33:43.718" v="749" actId="26606"/>
          <ac:spMkLst>
            <pc:docMk/>
            <pc:sldMk cId="1066710845" sldId="260"/>
            <ac:spMk id="24" creationId="{1E547BA6-BAE0-43BB-A7CA-60F69CE252F0}"/>
          </ac:spMkLst>
        </pc:spChg>
        <pc:spChg chg="add del">
          <ac:chgData name="samuel.styles93@gmail.com" userId="7f50b7227b40f00a" providerId="LiveId" clId="{FB0038D7-E244-43DF-B1C1-C7C1B2D24CB8}" dt="2022-01-05T14:33:45.939" v="751" actId="26606"/>
          <ac:spMkLst>
            <pc:docMk/>
            <pc:sldMk cId="1066710845" sldId="260"/>
            <ac:spMk id="26" creationId="{8F23F8A3-8FD7-4779-8323-FDC26BE99889}"/>
          </ac:spMkLst>
        </pc:spChg>
        <pc:spChg chg="add del">
          <ac:chgData name="samuel.styles93@gmail.com" userId="7f50b7227b40f00a" providerId="LiveId" clId="{FB0038D7-E244-43DF-B1C1-C7C1B2D24CB8}" dt="2022-01-05T14:33:45.939" v="751" actId="26606"/>
          <ac:spMkLst>
            <pc:docMk/>
            <pc:sldMk cId="1066710845" sldId="260"/>
            <ac:spMk id="27" creationId="{F605C4CC-A25C-416F-8333-7CB7DC97D870}"/>
          </ac:spMkLst>
        </pc:spChg>
        <pc:spChg chg="add del">
          <ac:chgData name="samuel.styles93@gmail.com" userId="7f50b7227b40f00a" providerId="LiveId" clId="{FB0038D7-E244-43DF-B1C1-C7C1B2D24CB8}" dt="2022-01-05T14:34:02.926" v="758" actId="26606"/>
          <ac:spMkLst>
            <pc:docMk/>
            <pc:sldMk cId="1066710845" sldId="260"/>
            <ac:spMk id="29" creationId="{E8A8EAB8-D2FF-444D-B34B-7D32F106AD0E}"/>
          </ac:spMkLst>
        </pc:spChg>
        <pc:spChg chg="add del">
          <ac:chgData name="samuel.styles93@gmail.com" userId="7f50b7227b40f00a" providerId="LiveId" clId="{FB0038D7-E244-43DF-B1C1-C7C1B2D24CB8}" dt="2022-01-05T14:34:02.920" v="757" actId="26606"/>
          <ac:spMkLst>
            <pc:docMk/>
            <pc:sldMk cId="1066710845" sldId="260"/>
            <ac:spMk id="36" creationId="{A86541C6-61B1-4DAA-B57A-EAF3F24F0491}"/>
          </ac:spMkLst>
        </pc:spChg>
        <pc:spChg chg="add del">
          <ac:chgData name="samuel.styles93@gmail.com" userId="7f50b7227b40f00a" providerId="LiveId" clId="{FB0038D7-E244-43DF-B1C1-C7C1B2D24CB8}" dt="2022-01-05T14:34:02.920" v="757" actId="26606"/>
          <ac:spMkLst>
            <pc:docMk/>
            <pc:sldMk cId="1066710845" sldId="260"/>
            <ac:spMk id="38" creationId="{71750011-2006-46BB-AFDE-C6E461752333}"/>
          </ac:spMkLst>
        </pc:spChg>
        <pc:spChg chg="add del">
          <ac:chgData name="samuel.styles93@gmail.com" userId="7f50b7227b40f00a" providerId="LiveId" clId="{FB0038D7-E244-43DF-B1C1-C7C1B2D24CB8}" dt="2022-01-05T14:36:44.767" v="786" actId="26606"/>
          <ac:spMkLst>
            <pc:docMk/>
            <pc:sldMk cId="1066710845" sldId="260"/>
            <ac:spMk id="40" creationId="{16EA23B6-4B44-4D76-87BA-D81CE35EDB73}"/>
          </ac:spMkLst>
        </pc:spChg>
        <pc:spChg chg="add del">
          <ac:chgData name="samuel.styles93@gmail.com" userId="7f50b7227b40f00a" providerId="LiveId" clId="{FB0038D7-E244-43DF-B1C1-C7C1B2D24CB8}" dt="2022-01-05T14:36:44.767" v="786" actId="26606"/>
          <ac:spMkLst>
            <pc:docMk/>
            <pc:sldMk cId="1066710845" sldId="260"/>
            <ac:spMk id="41" creationId="{2EEEAE0B-25B7-437B-B834-B70A935419CA}"/>
          </ac:spMkLst>
        </pc:spChg>
        <pc:spChg chg="add del">
          <ac:chgData name="samuel.styles93@gmail.com" userId="7f50b7227b40f00a" providerId="LiveId" clId="{FB0038D7-E244-43DF-B1C1-C7C1B2D24CB8}" dt="2022-01-05T14:38:12.663" v="789" actId="26606"/>
          <ac:spMkLst>
            <pc:docMk/>
            <pc:sldMk cId="1066710845" sldId="260"/>
            <ac:spMk id="46" creationId="{21AC6A30-4F22-4C0F-B278-19C5B8A80C55}"/>
          </ac:spMkLst>
        </pc:spChg>
        <pc:spChg chg="add del">
          <ac:chgData name="samuel.styles93@gmail.com" userId="7f50b7227b40f00a" providerId="LiveId" clId="{FB0038D7-E244-43DF-B1C1-C7C1B2D24CB8}" dt="2022-01-05T14:38:12.663" v="789" actId="26606"/>
          <ac:spMkLst>
            <pc:docMk/>
            <pc:sldMk cId="1066710845" sldId="260"/>
            <ac:spMk id="48" creationId="{BB4335AD-65B1-44E4-90AF-264024FE4BD2}"/>
          </ac:spMkLst>
        </pc:spChg>
        <pc:spChg chg="add del">
          <ac:chgData name="samuel.styles93@gmail.com" userId="7f50b7227b40f00a" providerId="LiveId" clId="{FB0038D7-E244-43DF-B1C1-C7C1B2D24CB8}" dt="2022-01-05T14:38:12.644" v="788" actId="26606"/>
          <ac:spMkLst>
            <pc:docMk/>
            <pc:sldMk cId="1066710845" sldId="260"/>
            <ac:spMk id="53" creationId="{F35DB090-93B5-4581-8D71-BB3839684BFF}"/>
          </ac:spMkLst>
        </pc:spChg>
        <pc:spChg chg="add del">
          <ac:chgData name="samuel.styles93@gmail.com" userId="7f50b7227b40f00a" providerId="LiveId" clId="{FB0038D7-E244-43DF-B1C1-C7C1B2D24CB8}" dt="2022-01-05T14:38:12.644" v="788" actId="26606"/>
          <ac:spMkLst>
            <pc:docMk/>
            <pc:sldMk cId="1066710845" sldId="260"/>
            <ac:spMk id="55" creationId="{A0DE92DF-4769-4DE9-93FD-EE31271850CA}"/>
          </ac:spMkLst>
        </pc:spChg>
        <pc:spChg chg="add">
          <ac:chgData name="samuel.styles93@gmail.com" userId="7f50b7227b40f00a" providerId="LiveId" clId="{FB0038D7-E244-43DF-B1C1-C7C1B2D24CB8}" dt="2022-01-05T14:38:12.663" v="789" actId="26606"/>
          <ac:spMkLst>
            <pc:docMk/>
            <pc:sldMk cId="1066710845" sldId="260"/>
            <ac:spMk id="58" creationId="{1EE70AE2-832E-4D1F-A983-946F2217D128}"/>
          </ac:spMkLst>
        </pc:spChg>
        <pc:grpChg chg="add del">
          <ac:chgData name="samuel.styles93@gmail.com" userId="7f50b7227b40f00a" providerId="LiveId" clId="{FB0038D7-E244-43DF-B1C1-C7C1B2D24CB8}" dt="2022-01-05T14:33:43.718" v="749" actId="26606"/>
          <ac:grpSpMkLst>
            <pc:docMk/>
            <pc:sldMk cId="1066710845" sldId="260"/>
            <ac:grpSpMk id="23" creationId="{07EAA094-9CF6-4695-958A-33D9BCAA9474}"/>
          </ac:grpSpMkLst>
        </pc:grpChg>
        <pc:grpChg chg="add">
          <ac:chgData name="samuel.styles93@gmail.com" userId="7f50b7227b40f00a" providerId="LiveId" clId="{FB0038D7-E244-43DF-B1C1-C7C1B2D24CB8}" dt="2022-01-05T14:38:12.663" v="789" actId="26606"/>
          <ac:grpSpMkLst>
            <pc:docMk/>
            <pc:sldMk cId="1066710845" sldId="260"/>
            <ac:grpSpMk id="59" creationId="{7594B485-3656-43C7-AB7B-F237101E3282}"/>
          </ac:grpSpMkLst>
        </pc:grpChg>
        <pc:picChg chg="add mod ord">
          <ac:chgData name="samuel.styles93@gmail.com" userId="7f50b7227b40f00a" providerId="LiveId" clId="{FB0038D7-E244-43DF-B1C1-C7C1B2D24CB8}" dt="2022-01-05T14:38:12.663" v="789" actId="26606"/>
          <ac:picMkLst>
            <pc:docMk/>
            <pc:sldMk cId="1066710845" sldId="260"/>
            <ac:picMk id="9" creationId="{8E8461C7-3EF4-4A0B-A129-8FD3F99BECBF}"/>
          </ac:picMkLst>
        </pc:picChg>
        <pc:picChg chg="add mod ord">
          <ac:chgData name="samuel.styles93@gmail.com" userId="7f50b7227b40f00a" providerId="LiveId" clId="{FB0038D7-E244-43DF-B1C1-C7C1B2D24CB8}" dt="2022-01-05T14:38:12.663" v="789" actId="26606"/>
          <ac:picMkLst>
            <pc:docMk/>
            <pc:sldMk cId="1066710845" sldId="260"/>
            <ac:picMk id="11" creationId="{75598709-D252-4E08-8DF2-E3873FA8D4B5}"/>
          </ac:picMkLst>
        </pc:picChg>
        <pc:cxnChg chg="add del">
          <ac:chgData name="samuel.styles93@gmail.com" userId="7f50b7227b40f00a" providerId="LiveId" clId="{FB0038D7-E244-43DF-B1C1-C7C1B2D24CB8}" dt="2022-01-05T14:34:02.926" v="758" actId="26606"/>
          <ac:cxnSpMkLst>
            <pc:docMk/>
            <pc:sldMk cId="1066710845" sldId="260"/>
            <ac:cxnSpMk id="20" creationId="{CA240C79-242E-4918-9F28-B101847D1CC6}"/>
          </ac:cxnSpMkLst>
        </pc:cxnChg>
        <pc:cxnChg chg="add del">
          <ac:chgData name="samuel.styles93@gmail.com" userId="7f50b7227b40f00a" providerId="LiveId" clId="{FB0038D7-E244-43DF-B1C1-C7C1B2D24CB8}" dt="2022-01-05T14:34:02.926" v="758" actId="26606"/>
          <ac:cxnSpMkLst>
            <pc:docMk/>
            <pc:sldMk cId="1066710845" sldId="260"/>
            <ac:cxnSpMk id="30" creationId="{EEA38897-7BA3-4408-8083-3235339C4A60}"/>
          </ac:cxnSpMkLst>
        </pc:cxnChg>
        <pc:cxnChg chg="add del">
          <ac:chgData name="samuel.styles93@gmail.com" userId="7f50b7227b40f00a" providerId="LiveId" clId="{FB0038D7-E244-43DF-B1C1-C7C1B2D24CB8}" dt="2022-01-05T14:34:02.926" v="758" actId="26606"/>
          <ac:cxnSpMkLst>
            <pc:docMk/>
            <pc:sldMk cId="1066710845" sldId="260"/>
            <ac:cxnSpMk id="31" creationId="{F11AD06B-AB20-4097-8606-5DA00DBACE88}"/>
          </ac:cxnSpMkLst>
        </pc:cxnChg>
      </pc:sldChg>
      <pc:sldChg chg="addSp delSp modSp add mod ord">
        <pc:chgData name="samuel.styles93@gmail.com" userId="7f50b7227b40f00a" providerId="LiveId" clId="{FB0038D7-E244-43DF-B1C1-C7C1B2D24CB8}" dt="2022-01-05T17:50:02.094" v="1477"/>
        <pc:sldMkLst>
          <pc:docMk/>
          <pc:sldMk cId="1981918332" sldId="261"/>
        </pc:sldMkLst>
        <pc:spChg chg="del">
          <ac:chgData name="samuel.styles93@gmail.com" userId="7f50b7227b40f00a" providerId="LiveId" clId="{FB0038D7-E244-43DF-B1C1-C7C1B2D24CB8}" dt="2022-01-05T14:16:11.187" v="669" actId="478"/>
          <ac:spMkLst>
            <pc:docMk/>
            <pc:sldMk cId="1981918332" sldId="261"/>
            <ac:spMk id="3" creationId="{DCFA5D18-D97C-4D7A-AE90-E2946CE77EDA}"/>
          </ac:spMkLst>
        </pc:spChg>
        <pc:spChg chg="mod">
          <ac:chgData name="samuel.styles93@gmail.com" userId="7f50b7227b40f00a" providerId="LiveId" clId="{FB0038D7-E244-43DF-B1C1-C7C1B2D24CB8}" dt="2022-01-05T17:26:17.039" v="962" actId="20577"/>
          <ac:spMkLst>
            <pc:docMk/>
            <pc:sldMk cId="1981918332" sldId="261"/>
            <ac:spMk id="4" creationId="{8993AF30-6AA5-4154-BEC6-D8DB57039D33}"/>
          </ac:spMkLst>
        </pc:spChg>
        <pc:spChg chg="del mod">
          <ac:chgData name="samuel.styles93@gmail.com" userId="7f50b7227b40f00a" providerId="LiveId" clId="{FB0038D7-E244-43DF-B1C1-C7C1B2D24CB8}" dt="2022-01-05T17:49:59.438" v="1476" actId="478"/>
          <ac:spMkLst>
            <pc:docMk/>
            <pc:sldMk cId="1981918332" sldId="261"/>
            <ac:spMk id="6" creationId="{42278042-918D-46C8-97AF-47113E4EDB47}"/>
          </ac:spMkLst>
        </pc:spChg>
        <pc:spChg chg="add del">
          <ac:chgData name="samuel.styles93@gmail.com" userId="7f50b7227b40f00a" providerId="LiveId" clId="{FB0038D7-E244-43DF-B1C1-C7C1B2D24CB8}" dt="2022-01-05T14:36:21.254" v="784" actId="26606"/>
          <ac:spMkLst>
            <pc:docMk/>
            <pc:sldMk cId="1981918332" sldId="261"/>
            <ac:spMk id="8" creationId="{17718681-A12E-49D6-9925-DD7C68176D61}"/>
          </ac:spMkLst>
        </pc:spChg>
        <pc:spChg chg="add mod">
          <ac:chgData name="samuel.styles93@gmail.com" userId="7f50b7227b40f00a" providerId="LiveId" clId="{FB0038D7-E244-43DF-B1C1-C7C1B2D24CB8}" dt="2022-01-05T17:50:02.094" v="1477"/>
          <ac:spMkLst>
            <pc:docMk/>
            <pc:sldMk cId="1981918332" sldId="261"/>
            <ac:spMk id="10" creationId="{20414429-6FDE-4AC3-8C2B-5722096FCE7E}"/>
          </ac:spMkLst>
        </pc:spChg>
        <pc:spChg chg="add del">
          <ac:chgData name="samuel.styles93@gmail.com" userId="7f50b7227b40f00a" providerId="LiveId" clId="{FB0038D7-E244-43DF-B1C1-C7C1B2D24CB8}" dt="2022-01-05T14:36:21.254" v="784" actId="26606"/>
          <ac:spMkLst>
            <pc:docMk/>
            <pc:sldMk cId="1981918332" sldId="261"/>
            <ac:spMk id="10" creationId="{FBD77573-9EF2-4C35-8285-A1CF6FBB0EA5}"/>
          </ac:spMkLst>
        </pc:spChg>
        <pc:spChg chg="add del">
          <ac:chgData name="samuel.styles93@gmail.com" userId="7f50b7227b40f00a" providerId="LiveId" clId="{FB0038D7-E244-43DF-B1C1-C7C1B2D24CB8}" dt="2022-01-05T14:36:17.065" v="781" actId="26606"/>
          <ac:spMkLst>
            <pc:docMk/>
            <pc:sldMk cId="1981918332" sldId="261"/>
            <ac:spMk id="18" creationId="{2172A0AC-3DCE-4672-BCAF-28FEF91F6020}"/>
          </ac:spMkLst>
        </pc:spChg>
        <pc:spChg chg="add del">
          <ac:chgData name="samuel.styles93@gmail.com" userId="7f50b7227b40f00a" providerId="LiveId" clId="{FB0038D7-E244-43DF-B1C1-C7C1B2D24CB8}" dt="2022-01-05T14:36:17.065" v="781" actId="26606"/>
          <ac:spMkLst>
            <pc:docMk/>
            <pc:sldMk cId="1981918332" sldId="261"/>
            <ac:spMk id="20" creationId="{AE6F1C77-EDC9-4C5F-8C1C-62DD46BDA3C3}"/>
          </ac:spMkLst>
        </pc:spChg>
        <pc:spChg chg="add del">
          <ac:chgData name="samuel.styles93@gmail.com" userId="7f50b7227b40f00a" providerId="LiveId" clId="{FB0038D7-E244-43DF-B1C1-C7C1B2D24CB8}" dt="2022-01-05T14:36:21.243" v="783" actId="26606"/>
          <ac:spMkLst>
            <pc:docMk/>
            <pc:sldMk cId="1981918332" sldId="261"/>
            <ac:spMk id="22" creationId="{C87417AF-190E-4D6E-AFA6-7D3E84B0B430}"/>
          </ac:spMkLst>
        </pc:spChg>
        <pc:spChg chg="add del">
          <ac:chgData name="samuel.styles93@gmail.com" userId="7f50b7227b40f00a" providerId="LiveId" clId="{FB0038D7-E244-43DF-B1C1-C7C1B2D24CB8}" dt="2022-01-05T14:36:21.243" v="783" actId="26606"/>
          <ac:spMkLst>
            <pc:docMk/>
            <pc:sldMk cId="1981918332" sldId="261"/>
            <ac:spMk id="23" creationId="{A7AE9375-4664-4DB2-922D-2782A6E439AC}"/>
          </ac:spMkLst>
        </pc:spChg>
        <pc:spChg chg="add del">
          <ac:chgData name="samuel.styles93@gmail.com" userId="7f50b7227b40f00a" providerId="LiveId" clId="{FB0038D7-E244-43DF-B1C1-C7C1B2D24CB8}" dt="2022-01-05T14:36:21.243" v="783" actId="26606"/>
          <ac:spMkLst>
            <pc:docMk/>
            <pc:sldMk cId="1981918332" sldId="261"/>
            <ac:spMk id="24" creationId="{80B30ED8-273E-4C07-8568-2FE5CC5C483D}"/>
          </ac:spMkLst>
        </pc:spChg>
        <pc:spChg chg="add del">
          <ac:chgData name="samuel.styles93@gmail.com" userId="7f50b7227b40f00a" providerId="LiveId" clId="{FB0038D7-E244-43DF-B1C1-C7C1B2D24CB8}" dt="2022-01-05T17:01:10.290" v="805" actId="26606"/>
          <ac:spMkLst>
            <pc:docMk/>
            <pc:sldMk cId="1981918332" sldId="261"/>
            <ac:spMk id="27" creationId="{2172A0AC-3DCE-4672-BCAF-28FEF91F6020}"/>
          </ac:spMkLst>
        </pc:spChg>
        <pc:spChg chg="add del">
          <ac:chgData name="samuel.styles93@gmail.com" userId="7f50b7227b40f00a" providerId="LiveId" clId="{FB0038D7-E244-43DF-B1C1-C7C1B2D24CB8}" dt="2022-01-05T17:01:10.290" v="805" actId="26606"/>
          <ac:spMkLst>
            <pc:docMk/>
            <pc:sldMk cId="1981918332" sldId="261"/>
            <ac:spMk id="28" creationId="{AE6F1C77-EDC9-4C5F-8C1C-62DD46BDA3C3}"/>
          </ac:spMkLst>
        </pc:spChg>
        <pc:spChg chg="add">
          <ac:chgData name="samuel.styles93@gmail.com" userId="7f50b7227b40f00a" providerId="LiveId" clId="{FB0038D7-E244-43DF-B1C1-C7C1B2D24CB8}" dt="2022-01-05T17:01:10.290" v="805" actId="26606"/>
          <ac:spMkLst>
            <pc:docMk/>
            <pc:sldMk cId="1981918332" sldId="261"/>
            <ac:spMk id="33" creationId="{2172A0AC-3DCE-4672-BCAF-28FEF91F6020}"/>
          </ac:spMkLst>
        </pc:spChg>
        <pc:spChg chg="add">
          <ac:chgData name="samuel.styles93@gmail.com" userId="7f50b7227b40f00a" providerId="LiveId" clId="{FB0038D7-E244-43DF-B1C1-C7C1B2D24CB8}" dt="2022-01-05T17:01:10.290" v="805" actId="26606"/>
          <ac:spMkLst>
            <pc:docMk/>
            <pc:sldMk cId="1981918332" sldId="261"/>
            <ac:spMk id="35" creationId="{AE6F1C77-EDC9-4C5F-8C1C-62DD46BDA3C3}"/>
          </ac:spMkLst>
        </pc:spChg>
        <pc:picChg chg="del">
          <ac:chgData name="samuel.styles93@gmail.com" userId="7f50b7227b40f00a" providerId="LiveId" clId="{FB0038D7-E244-43DF-B1C1-C7C1B2D24CB8}" dt="2022-01-05T14:14:55.044" v="652" actId="478"/>
          <ac:picMkLst>
            <pc:docMk/>
            <pc:sldMk cId="1981918332" sldId="261"/>
            <ac:picMk id="9" creationId="{8E8461C7-3EF4-4A0B-A129-8FD3F99BECBF}"/>
          </ac:picMkLst>
        </pc:picChg>
        <pc:picChg chg="del">
          <ac:chgData name="samuel.styles93@gmail.com" userId="7f50b7227b40f00a" providerId="LiveId" clId="{FB0038D7-E244-43DF-B1C1-C7C1B2D24CB8}" dt="2022-01-05T14:14:48.070" v="651" actId="478"/>
          <ac:picMkLst>
            <pc:docMk/>
            <pc:sldMk cId="1981918332" sldId="261"/>
            <ac:picMk id="11" creationId="{75598709-D252-4E08-8DF2-E3873FA8D4B5}"/>
          </ac:picMkLst>
        </pc:picChg>
        <pc:picChg chg="add mod ord">
          <ac:chgData name="samuel.styles93@gmail.com" userId="7f50b7227b40f00a" providerId="LiveId" clId="{FB0038D7-E244-43DF-B1C1-C7C1B2D24CB8}" dt="2022-01-05T14:36:21.254" v="784" actId="26606"/>
          <ac:picMkLst>
            <pc:docMk/>
            <pc:sldMk cId="1981918332" sldId="261"/>
            <ac:picMk id="12" creationId="{E1A76AE3-BF6C-468C-9026-74635C549D10}"/>
          </ac:picMkLst>
        </pc:picChg>
        <pc:picChg chg="add mod ord">
          <ac:chgData name="samuel.styles93@gmail.com" userId="7f50b7227b40f00a" providerId="LiveId" clId="{FB0038D7-E244-43DF-B1C1-C7C1B2D24CB8}" dt="2022-01-05T17:01:18.581" v="806" actId="27614"/>
          <ac:picMkLst>
            <pc:docMk/>
            <pc:sldMk cId="1981918332" sldId="261"/>
            <ac:picMk id="13" creationId="{641D85A2-FE3D-480B-BC36-279C00F33FE1}"/>
          </ac:picMkLst>
        </pc:picChg>
        <pc:cxnChg chg="add del">
          <ac:chgData name="samuel.styles93@gmail.com" userId="7f50b7227b40f00a" providerId="LiveId" clId="{FB0038D7-E244-43DF-B1C1-C7C1B2D24CB8}" dt="2022-01-05T14:36:21.243" v="783" actId="26606"/>
          <ac:cxnSpMkLst>
            <pc:docMk/>
            <pc:sldMk cId="1981918332" sldId="261"/>
            <ac:cxnSpMk id="25" creationId="{EE504C98-6397-41C1-A8D8-2D9C4ED307E0}"/>
          </ac:cxnSpMkLst>
        </pc:cxnChg>
      </pc:sldChg>
      <pc:sldChg chg="addSp delSp modSp new mod setBg">
        <pc:chgData name="samuel.styles93@gmail.com" userId="7f50b7227b40f00a" providerId="LiveId" clId="{FB0038D7-E244-43DF-B1C1-C7C1B2D24CB8}" dt="2022-01-05T14:30:14.902" v="710" actId="27636"/>
        <pc:sldMkLst>
          <pc:docMk/>
          <pc:sldMk cId="1510777594" sldId="262"/>
        </pc:sldMkLst>
        <pc:spChg chg="del">
          <ac:chgData name="samuel.styles93@gmail.com" userId="7f50b7227b40f00a" providerId="LiveId" clId="{FB0038D7-E244-43DF-B1C1-C7C1B2D24CB8}" dt="2022-01-05T14:25:05.250" v="672" actId="478"/>
          <ac:spMkLst>
            <pc:docMk/>
            <pc:sldMk cId="1510777594" sldId="262"/>
            <ac:spMk id="2" creationId="{CA12DBC6-CF9C-4F70-BEC8-1EC4E63CC30F}"/>
          </ac:spMkLst>
        </pc:spChg>
        <pc:spChg chg="del">
          <ac:chgData name="samuel.styles93@gmail.com" userId="7f50b7227b40f00a" providerId="LiveId" clId="{FB0038D7-E244-43DF-B1C1-C7C1B2D24CB8}" dt="2022-01-05T14:25:08.908" v="673" actId="478"/>
          <ac:spMkLst>
            <pc:docMk/>
            <pc:sldMk cId="1510777594" sldId="262"/>
            <ac:spMk id="3" creationId="{1EF2FFA0-0840-4FF8-B793-AD26D2EBA480}"/>
          </ac:spMkLst>
        </pc:spChg>
        <pc:spChg chg="add del mod">
          <ac:chgData name="samuel.styles93@gmail.com" userId="7f50b7227b40f00a" providerId="LiveId" clId="{FB0038D7-E244-43DF-B1C1-C7C1B2D24CB8}" dt="2022-01-05T14:30:14.902" v="710" actId="27636"/>
          <ac:spMkLst>
            <pc:docMk/>
            <pc:sldMk cId="1510777594" sldId="262"/>
            <ac:spMk id="10" creationId="{4D49FF21-5362-47C7-BDDE-4EA7FCE3814C}"/>
          </ac:spMkLst>
        </pc:spChg>
        <pc:spChg chg="add del">
          <ac:chgData name="samuel.styles93@gmail.com" userId="7f50b7227b40f00a" providerId="LiveId" clId="{FB0038D7-E244-43DF-B1C1-C7C1B2D24CB8}" dt="2022-01-05T14:25:49.686" v="684" actId="26606"/>
          <ac:spMkLst>
            <pc:docMk/>
            <pc:sldMk cId="1510777594" sldId="262"/>
            <ac:spMk id="13" creationId="{D009D6D5-DAC2-4A8B-A17A-E206B9012D09}"/>
          </ac:spMkLst>
        </pc:spChg>
        <pc:picChg chg="add del mod">
          <ac:chgData name="samuel.styles93@gmail.com" userId="7f50b7227b40f00a" providerId="LiveId" clId="{FB0038D7-E244-43DF-B1C1-C7C1B2D24CB8}" dt="2022-01-05T14:25:49.686" v="684" actId="26606"/>
          <ac:picMkLst>
            <pc:docMk/>
            <pc:sldMk cId="1510777594" sldId="262"/>
            <ac:picMk id="6" creationId="{216F8DE7-5C67-42DE-8F39-88E64BA7ABF6}"/>
          </ac:picMkLst>
        </pc:picChg>
      </pc:sldChg>
      <pc:sldChg chg="addSp delSp modSp new mod setBg setClrOvrMap">
        <pc:chgData name="samuel.styles93@gmail.com" userId="7f50b7227b40f00a" providerId="LiveId" clId="{FB0038D7-E244-43DF-B1C1-C7C1B2D24CB8}" dt="2022-01-05T17:47:55.478" v="1410" actId="20577"/>
        <pc:sldMkLst>
          <pc:docMk/>
          <pc:sldMk cId="1910948508" sldId="263"/>
        </pc:sldMkLst>
        <pc:spChg chg="del">
          <ac:chgData name="samuel.styles93@gmail.com" userId="7f50b7227b40f00a" providerId="LiveId" clId="{FB0038D7-E244-43DF-B1C1-C7C1B2D24CB8}" dt="2022-01-05T14:32:45.839" v="740" actId="478"/>
          <ac:spMkLst>
            <pc:docMk/>
            <pc:sldMk cId="1910948508" sldId="263"/>
            <ac:spMk id="2" creationId="{8605ADBD-1897-4C41-9EBA-E277F875EE57}"/>
          </ac:spMkLst>
        </pc:spChg>
        <pc:spChg chg="del">
          <ac:chgData name="samuel.styles93@gmail.com" userId="7f50b7227b40f00a" providerId="LiveId" clId="{FB0038D7-E244-43DF-B1C1-C7C1B2D24CB8}" dt="2022-01-05T14:32:21.773" v="735"/>
          <ac:spMkLst>
            <pc:docMk/>
            <pc:sldMk cId="1910948508" sldId="263"/>
            <ac:spMk id="3" creationId="{47B95952-9E15-48C5-B749-9D8CD1F9E35D}"/>
          </ac:spMkLst>
        </pc:spChg>
        <pc:spChg chg="add mod">
          <ac:chgData name="samuel.styles93@gmail.com" userId="7f50b7227b40f00a" providerId="LiveId" clId="{FB0038D7-E244-43DF-B1C1-C7C1B2D24CB8}" dt="2022-01-05T17:32:23.904" v="1100" actId="207"/>
          <ac:spMkLst>
            <pc:docMk/>
            <pc:sldMk cId="1910948508" sldId="263"/>
            <ac:spMk id="5" creationId="{7F0690F1-5895-4A0A-AB63-ECEA25E2A6CE}"/>
          </ac:spMkLst>
        </pc:spChg>
        <pc:spChg chg="add del mod ord">
          <ac:chgData name="samuel.styles93@gmail.com" userId="7f50b7227b40f00a" providerId="LiveId" clId="{FB0038D7-E244-43DF-B1C1-C7C1B2D24CB8}" dt="2022-01-05T17:47:45.254" v="1388" actId="478"/>
          <ac:spMkLst>
            <pc:docMk/>
            <pc:sldMk cId="1910948508" sldId="263"/>
            <ac:spMk id="8" creationId="{0F066016-2830-4586-AB23-84B031451CCE}"/>
          </ac:spMkLst>
        </pc:spChg>
        <pc:spChg chg="add mod">
          <ac:chgData name="samuel.styles93@gmail.com" userId="7f50b7227b40f00a" providerId="LiveId" clId="{FB0038D7-E244-43DF-B1C1-C7C1B2D24CB8}" dt="2022-01-05T17:47:55.478" v="1410" actId="20577"/>
          <ac:spMkLst>
            <pc:docMk/>
            <pc:sldMk cId="1910948508" sldId="263"/>
            <ac:spMk id="10" creationId="{7824C923-A30E-46CB-BA74-384706D35091}"/>
          </ac:spMkLst>
        </pc:spChg>
        <pc:spChg chg="add del">
          <ac:chgData name="samuel.styles93@gmail.com" userId="7f50b7227b40f00a" providerId="LiveId" clId="{FB0038D7-E244-43DF-B1C1-C7C1B2D24CB8}" dt="2022-01-05T14:33:53.512" v="754" actId="26606"/>
          <ac:spMkLst>
            <pc:docMk/>
            <pc:sldMk cId="1910948508" sldId="263"/>
            <ac:spMk id="10" creationId="{E8A8EAB8-D2FF-444D-B34B-7D32F106AD0E}"/>
          </ac:spMkLst>
        </pc:spChg>
        <pc:spChg chg="add del">
          <ac:chgData name="samuel.styles93@gmail.com" userId="7f50b7227b40f00a" providerId="LiveId" clId="{FB0038D7-E244-43DF-B1C1-C7C1B2D24CB8}" dt="2022-01-05T14:38:28.199" v="790" actId="26606"/>
          <ac:spMkLst>
            <pc:docMk/>
            <pc:sldMk cId="1910948508" sldId="263"/>
            <ac:spMk id="16" creationId="{8F23F8A3-8FD7-4779-8323-FDC26BE99889}"/>
          </ac:spMkLst>
        </pc:spChg>
        <pc:spChg chg="add del">
          <ac:chgData name="samuel.styles93@gmail.com" userId="7f50b7227b40f00a" providerId="LiveId" clId="{FB0038D7-E244-43DF-B1C1-C7C1B2D24CB8}" dt="2022-01-05T14:38:28.199" v="790" actId="26606"/>
          <ac:spMkLst>
            <pc:docMk/>
            <pc:sldMk cId="1910948508" sldId="263"/>
            <ac:spMk id="17" creationId="{F605C4CC-A25C-416F-8333-7CB7DC97D870}"/>
          </ac:spMkLst>
        </pc:spChg>
        <pc:spChg chg="add del">
          <ac:chgData name="samuel.styles93@gmail.com" userId="7f50b7227b40f00a" providerId="LiveId" clId="{FB0038D7-E244-43DF-B1C1-C7C1B2D24CB8}" dt="2022-01-05T17:32:15.434" v="1099" actId="26606"/>
          <ac:spMkLst>
            <pc:docMk/>
            <pc:sldMk cId="1910948508" sldId="263"/>
            <ac:spMk id="22" creationId="{C3D6EC93-F369-413E-AA67-5D4104161046}"/>
          </ac:spMkLst>
        </pc:spChg>
        <pc:spChg chg="add">
          <ac:chgData name="samuel.styles93@gmail.com" userId="7f50b7227b40f00a" providerId="LiveId" clId="{FB0038D7-E244-43DF-B1C1-C7C1B2D24CB8}" dt="2022-01-05T17:32:15.434" v="1099" actId="26606"/>
          <ac:spMkLst>
            <pc:docMk/>
            <pc:sldMk cId="1910948508" sldId="263"/>
            <ac:spMk id="31" creationId="{D009D6D5-DAC2-4A8B-A17A-E206B9012D09}"/>
          </ac:spMkLst>
        </pc:spChg>
        <pc:grpChg chg="add del">
          <ac:chgData name="samuel.styles93@gmail.com" userId="7f50b7227b40f00a" providerId="LiveId" clId="{FB0038D7-E244-43DF-B1C1-C7C1B2D24CB8}" dt="2022-01-05T17:32:15.434" v="1099" actId="26606"/>
          <ac:grpSpMkLst>
            <pc:docMk/>
            <pc:sldMk cId="1910948508" sldId="263"/>
            <ac:grpSpMk id="24" creationId="{4EA04677-6B2C-40F4-975C-ED9196552771}"/>
          </ac:grpSpMkLst>
        </pc:grpChg>
        <pc:picChg chg="add mod ord">
          <ac:chgData name="samuel.styles93@gmail.com" userId="7f50b7227b40f00a" providerId="LiveId" clId="{FB0038D7-E244-43DF-B1C1-C7C1B2D24CB8}" dt="2022-01-05T17:32:15.434" v="1099" actId="26606"/>
          <ac:picMkLst>
            <pc:docMk/>
            <pc:sldMk cId="1910948508" sldId="263"/>
            <ac:picMk id="4" creationId="{398C481D-3D51-4EF4-9982-5801C7C174B8}"/>
          </ac:picMkLst>
        </pc:picChg>
        <pc:cxnChg chg="add del">
          <ac:chgData name="samuel.styles93@gmail.com" userId="7f50b7227b40f00a" providerId="LiveId" clId="{FB0038D7-E244-43DF-B1C1-C7C1B2D24CB8}" dt="2022-01-05T14:33:53.512" v="754" actId="26606"/>
          <ac:cxnSpMkLst>
            <pc:docMk/>
            <pc:sldMk cId="1910948508" sldId="263"/>
            <ac:cxnSpMk id="12" creationId="{EEA38897-7BA3-4408-8083-3235339C4A60}"/>
          </ac:cxnSpMkLst>
        </pc:cxnChg>
        <pc:cxnChg chg="add del">
          <ac:chgData name="samuel.styles93@gmail.com" userId="7f50b7227b40f00a" providerId="LiveId" clId="{FB0038D7-E244-43DF-B1C1-C7C1B2D24CB8}" dt="2022-01-05T14:33:53.512" v="754" actId="26606"/>
          <ac:cxnSpMkLst>
            <pc:docMk/>
            <pc:sldMk cId="1910948508" sldId="263"/>
            <ac:cxnSpMk id="14" creationId="{F11AD06B-AB20-4097-8606-5DA00DBACE88}"/>
          </ac:cxnSpMkLst>
        </pc:cxnChg>
      </pc:sldChg>
      <pc:sldChg chg="addSp delSp modSp add del mod setBg addAnim delDesignElem">
        <pc:chgData name="samuel.styles93@gmail.com" userId="7f50b7227b40f00a" providerId="LiveId" clId="{FB0038D7-E244-43DF-B1C1-C7C1B2D24CB8}" dt="2022-01-05T17:05:24.707" v="823" actId="2696"/>
        <pc:sldMkLst>
          <pc:docMk/>
          <pc:sldMk cId="1285886908" sldId="264"/>
        </pc:sldMkLst>
        <pc:spChg chg="add del mod">
          <ac:chgData name="samuel.styles93@gmail.com" userId="7f50b7227b40f00a" providerId="LiveId" clId="{FB0038D7-E244-43DF-B1C1-C7C1B2D24CB8}" dt="2022-01-05T17:05:07.853" v="820"/>
          <ac:spMkLst>
            <pc:docMk/>
            <pc:sldMk cId="1285886908" sldId="264"/>
            <ac:spMk id="2" creationId="{C170F80D-0EBF-40E2-BE32-FFEA6EAE3EF8}"/>
          </ac:spMkLst>
        </pc:spChg>
        <pc:spChg chg="mod ord">
          <ac:chgData name="samuel.styles93@gmail.com" userId="7f50b7227b40f00a" providerId="LiveId" clId="{FB0038D7-E244-43DF-B1C1-C7C1B2D24CB8}" dt="2022-01-05T17:04:54.572" v="816" actId="26606"/>
          <ac:spMkLst>
            <pc:docMk/>
            <pc:sldMk cId="1285886908" sldId="264"/>
            <ac:spMk id="4" creationId="{8993AF30-6AA5-4154-BEC6-D8DB57039D33}"/>
          </ac:spMkLst>
        </pc:spChg>
        <pc:spChg chg="mod">
          <ac:chgData name="samuel.styles93@gmail.com" userId="7f50b7227b40f00a" providerId="LiveId" clId="{FB0038D7-E244-43DF-B1C1-C7C1B2D24CB8}" dt="2022-01-05T17:04:54.572" v="816" actId="26606"/>
          <ac:spMkLst>
            <pc:docMk/>
            <pc:sldMk cId="1285886908" sldId="264"/>
            <ac:spMk id="6" creationId="{42278042-918D-46C8-97AF-47113E4EDB47}"/>
          </ac:spMkLst>
        </pc:spChg>
        <pc:spChg chg="add">
          <ac:chgData name="samuel.styles93@gmail.com" userId="7f50b7227b40f00a" providerId="LiveId" clId="{FB0038D7-E244-43DF-B1C1-C7C1B2D24CB8}" dt="2022-01-05T17:04:54.572" v="816" actId="26606"/>
          <ac:spMkLst>
            <pc:docMk/>
            <pc:sldMk cId="1285886908" sldId="264"/>
            <ac:spMk id="9" creationId="{D1520B01-A2E4-41C2-8A8F-7683F250890E}"/>
          </ac:spMkLst>
        </pc:spChg>
        <pc:spChg chg="del">
          <ac:chgData name="samuel.styles93@gmail.com" userId="7f50b7227b40f00a" providerId="LiveId" clId="{FB0038D7-E244-43DF-B1C1-C7C1B2D24CB8}" dt="2022-01-05T15:12:18.056" v="792"/>
          <ac:spMkLst>
            <pc:docMk/>
            <pc:sldMk cId="1285886908" sldId="264"/>
            <ac:spMk id="27" creationId="{2172A0AC-3DCE-4672-BCAF-28FEF91F6020}"/>
          </ac:spMkLst>
        </pc:spChg>
        <pc:spChg chg="del">
          <ac:chgData name="samuel.styles93@gmail.com" userId="7f50b7227b40f00a" providerId="LiveId" clId="{FB0038D7-E244-43DF-B1C1-C7C1B2D24CB8}" dt="2022-01-05T15:12:18.056" v="792"/>
          <ac:spMkLst>
            <pc:docMk/>
            <pc:sldMk cId="1285886908" sldId="264"/>
            <ac:spMk id="28" creationId="{AE6F1C77-EDC9-4C5F-8C1C-62DD46BDA3C3}"/>
          </ac:spMkLst>
        </pc:spChg>
        <pc:grpChg chg="add">
          <ac:chgData name="samuel.styles93@gmail.com" userId="7f50b7227b40f00a" providerId="LiveId" clId="{FB0038D7-E244-43DF-B1C1-C7C1B2D24CB8}" dt="2022-01-05T17:04:54.572" v="816" actId="26606"/>
          <ac:grpSpMkLst>
            <pc:docMk/>
            <pc:sldMk cId="1285886908" sldId="264"/>
            <ac:grpSpMk id="14" creationId="{1F634C0A-A487-42AF-8DFD-4DAD62FE92BF}"/>
          </ac:grpSpMkLst>
        </pc:grpChg>
        <pc:grpChg chg="add">
          <ac:chgData name="samuel.styles93@gmail.com" userId="7f50b7227b40f00a" providerId="LiveId" clId="{FB0038D7-E244-43DF-B1C1-C7C1B2D24CB8}" dt="2022-01-05T17:04:54.572" v="816" actId="26606"/>
          <ac:grpSpMkLst>
            <pc:docMk/>
            <pc:sldMk cId="1285886908" sldId="264"/>
            <ac:grpSpMk id="18" creationId="{066EE5A2-0D35-4D6A-A5C7-1CA91F740684}"/>
          </ac:grpSpMkLst>
        </pc:grpChg>
        <pc:grpChg chg="add">
          <ac:chgData name="samuel.styles93@gmail.com" userId="7f50b7227b40f00a" providerId="LiveId" clId="{FB0038D7-E244-43DF-B1C1-C7C1B2D24CB8}" dt="2022-01-05T17:04:54.572" v="816" actId="26606"/>
          <ac:grpSpMkLst>
            <pc:docMk/>
            <pc:sldMk cId="1285886908" sldId="264"/>
            <ac:grpSpMk id="22" creationId="{56AA1647-0DA6-4A17-B3E1-95D61BD54714}"/>
          </ac:grpSpMkLst>
        </pc:grpChg>
        <pc:grpChg chg="add">
          <ac:chgData name="samuel.styles93@gmail.com" userId="7f50b7227b40f00a" providerId="LiveId" clId="{FB0038D7-E244-43DF-B1C1-C7C1B2D24CB8}" dt="2022-01-05T17:04:54.572" v="816" actId="26606"/>
          <ac:grpSpMkLst>
            <pc:docMk/>
            <pc:sldMk cId="1285886908" sldId="264"/>
            <ac:grpSpMk id="26" creationId="{08D20F07-CD49-4F17-BC00-9429DA80C502}"/>
          </ac:grpSpMkLst>
        </pc:grpChg>
        <pc:picChg chg="add del mod ord">
          <ac:chgData name="samuel.styles93@gmail.com" userId="7f50b7227b40f00a" providerId="LiveId" clId="{FB0038D7-E244-43DF-B1C1-C7C1B2D24CB8}" dt="2022-01-05T17:05:07.851" v="818" actId="478"/>
          <ac:picMkLst>
            <pc:docMk/>
            <pc:sldMk cId="1285886908" sldId="264"/>
            <ac:picMk id="5" creationId="{7F8EA499-7B07-46DA-A368-A32EE3167B7C}"/>
          </ac:picMkLst>
        </pc:picChg>
        <pc:picChg chg="add del mod">
          <ac:chgData name="samuel.styles93@gmail.com" userId="7f50b7227b40f00a" providerId="LiveId" clId="{FB0038D7-E244-43DF-B1C1-C7C1B2D24CB8}" dt="2022-01-05T17:05:10.507" v="822" actId="478"/>
          <ac:picMkLst>
            <pc:docMk/>
            <pc:sldMk cId="1285886908" sldId="264"/>
            <ac:picMk id="7" creationId="{740FC539-98B6-49B1-85D0-D00FBDB2E449}"/>
          </ac:picMkLst>
        </pc:picChg>
        <pc:picChg chg="del">
          <ac:chgData name="samuel.styles93@gmail.com" userId="7f50b7227b40f00a" providerId="LiveId" clId="{FB0038D7-E244-43DF-B1C1-C7C1B2D24CB8}" dt="2022-01-05T15:13:04.059" v="804" actId="478"/>
          <ac:picMkLst>
            <pc:docMk/>
            <pc:sldMk cId="1285886908" sldId="264"/>
            <ac:picMk id="12" creationId="{E1A76AE3-BF6C-468C-9026-74635C549D10}"/>
          </ac:picMkLst>
        </pc:picChg>
        <pc:picChg chg="del mod">
          <ac:chgData name="samuel.styles93@gmail.com" userId="7f50b7227b40f00a" providerId="LiveId" clId="{FB0038D7-E244-43DF-B1C1-C7C1B2D24CB8}" dt="2022-01-05T15:12:56.754" v="801" actId="478"/>
          <ac:picMkLst>
            <pc:docMk/>
            <pc:sldMk cId="1285886908" sldId="264"/>
            <ac:picMk id="13" creationId="{641D85A2-FE3D-480B-BC36-279C00F33FE1}"/>
          </ac:picMkLst>
        </pc:picChg>
      </pc:sldChg>
      <pc:sldChg chg="delSp modSp add del mod">
        <pc:chgData name="samuel.styles93@gmail.com" userId="7f50b7227b40f00a" providerId="LiveId" clId="{FB0038D7-E244-43DF-B1C1-C7C1B2D24CB8}" dt="2022-01-05T17:28:14.221" v="985" actId="2696"/>
        <pc:sldMkLst>
          <pc:docMk/>
          <pc:sldMk cId="2119225499" sldId="265"/>
        </pc:sldMkLst>
        <pc:spChg chg="mod">
          <ac:chgData name="samuel.styles93@gmail.com" userId="7f50b7227b40f00a" providerId="LiveId" clId="{FB0038D7-E244-43DF-B1C1-C7C1B2D24CB8}" dt="2022-01-05T15:12:44.514" v="797" actId="6549"/>
          <ac:spMkLst>
            <pc:docMk/>
            <pc:sldMk cId="2119225499" sldId="265"/>
            <ac:spMk id="4" creationId="{8993AF30-6AA5-4154-BEC6-D8DB57039D33}"/>
          </ac:spMkLst>
        </pc:spChg>
        <pc:spChg chg="mod">
          <ac:chgData name="samuel.styles93@gmail.com" userId="7f50b7227b40f00a" providerId="LiveId" clId="{FB0038D7-E244-43DF-B1C1-C7C1B2D24CB8}" dt="2022-01-05T15:12:33.676" v="794" actId="20577"/>
          <ac:spMkLst>
            <pc:docMk/>
            <pc:sldMk cId="2119225499" sldId="265"/>
            <ac:spMk id="6" creationId="{42278042-918D-46C8-97AF-47113E4EDB47}"/>
          </ac:spMkLst>
        </pc:spChg>
        <pc:picChg chg="del">
          <ac:chgData name="samuel.styles93@gmail.com" userId="7f50b7227b40f00a" providerId="LiveId" clId="{FB0038D7-E244-43DF-B1C1-C7C1B2D24CB8}" dt="2022-01-05T15:12:46.842" v="798" actId="478"/>
          <ac:picMkLst>
            <pc:docMk/>
            <pc:sldMk cId="2119225499" sldId="265"/>
            <ac:picMk id="12" creationId="{E1A76AE3-BF6C-468C-9026-74635C549D10}"/>
          </ac:picMkLst>
        </pc:picChg>
        <pc:picChg chg="del mod">
          <ac:chgData name="samuel.styles93@gmail.com" userId="7f50b7227b40f00a" providerId="LiveId" clId="{FB0038D7-E244-43DF-B1C1-C7C1B2D24CB8}" dt="2022-01-05T15:12:38.349" v="796" actId="478"/>
          <ac:picMkLst>
            <pc:docMk/>
            <pc:sldMk cId="2119225499" sldId="265"/>
            <ac:picMk id="13" creationId="{641D85A2-FE3D-480B-BC36-279C00F33FE1}"/>
          </ac:picMkLst>
        </pc:picChg>
      </pc:sldChg>
      <pc:sldChg chg="add del">
        <pc:chgData name="samuel.styles93@gmail.com" userId="7f50b7227b40f00a" providerId="LiveId" clId="{FB0038D7-E244-43DF-B1C1-C7C1B2D24CB8}" dt="2022-01-05T17:28:37.052" v="992" actId="2696"/>
        <pc:sldMkLst>
          <pc:docMk/>
          <pc:sldMk cId="2822981509" sldId="265"/>
        </pc:sldMkLst>
      </pc:sldChg>
      <pc:sldChg chg="add del">
        <pc:chgData name="samuel.styles93@gmail.com" userId="7f50b7227b40f00a" providerId="LiveId" clId="{FB0038D7-E244-43DF-B1C1-C7C1B2D24CB8}" dt="2022-01-05T17:30:17.201" v="1089" actId="2696"/>
        <pc:sldMkLst>
          <pc:docMk/>
          <pc:sldMk cId="74654937" sldId="266"/>
        </pc:sldMkLst>
      </pc:sldChg>
      <pc:sldChg chg="addSp delSp modSp add del mod setBg delDesignElem">
        <pc:chgData name="samuel.styles93@gmail.com" userId="7f50b7227b40f00a" providerId="LiveId" clId="{FB0038D7-E244-43DF-B1C1-C7C1B2D24CB8}" dt="2022-01-05T17:06:06.740" v="831" actId="2696"/>
        <pc:sldMkLst>
          <pc:docMk/>
          <pc:sldMk cId="1099110117" sldId="266"/>
        </pc:sldMkLst>
        <pc:spChg chg="del">
          <ac:chgData name="samuel.styles93@gmail.com" userId="7f50b7227b40f00a" providerId="LiveId" clId="{FB0038D7-E244-43DF-B1C1-C7C1B2D24CB8}" dt="2022-01-05T17:05:31.892" v="825"/>
          <ac:spMkLst>
            <pc:docMk/>
            <pc:sldMk cId="1099110117" sldId="266"/>
            <ac:spMk id="33" creationId="{2172A0AC-3DCE-4672-BCAF-28FEF91F6020}"/>
          </ac:spMkLst>
        </pc:spChg>
        <pc:spChg chg="del">
          <ac:chgData name="samuel.styles93@gmail.com" userId="7f50b7227b40f00a" providerId="LiveId" clId="{FB0038D7-E244-43DF-B1C1-C7C1B2D24CB8}" dt="2022-01-05T17:05:31.892" v="825"/>
          <ac:spMkLst>
            <pc:docMk/>
            <pc:sldMk cId="1099110117" sldId="266"/>
            <ac:spMk id="35" creationId="{AE6F1C77-EDC9-4C5F-8C1C-62DD46BDA3C3}"/>
          </ac:spMkLst>
        </pc:spChg>
        <pc:picChg chg="add del mod">
          <ac:chgData name="samuel.styles93@gmail.com" userId="7f50b7227b40f00a" providerId="LiveId" clId="{FB0038D7-E244-43DF-B1C1-C7C1B2D24CB8}" dt="2022-01-05T17:05:57.969" v="828" actId="478"/>
          <ac:picMkLst>
            <pc:docMk/>
            <pc:sldMk cId="1099110117" sldId="266"/>
            <ac:picMk id="8" creationId="{06B0A4E6-BC5A-4142-8D2B-7886712DDA49}"/>
          </ac:picMkLst>
        </pc:picChg>
        <pc:picChg chg="add del mod">
          <ac:chgData name="samuel.styles93@gmail.com" userId="7f50b7227b40f00a" providerId="LiveId" clId="{FB0038D7-E244-43DF-B1C1-C7C1B2D24CB8}" dt="2022-01-05T17:05:59.914" v="829" actId="478"/>
          <ac:picMkLst>
            <pc:docMk/>
            <pc:sldMk cId="1099110117" sldId="266"/>
            <ac:picMk id="9" creationId="{0F4111F4-0B09-4A3B-8CA5-670CB7F1578F}"/>
          </ac:picMkLst>
        </pc:picChg>
        <pc:picChg chg="del">
          <ac:chgData name="samuel.styles93@gmail.com" userId="7f50b7227b40f00a" providerId="LiveId" clId="{FB0038D7-E244-43DF-B1C1-C7C1B2D24CB8}" dt="2022-01-05T17:05:54.386" v="827" actId="478"/>
          <ac:picMkLst>
            <pc:docMk/>
            <pc:sldMk cId="1099110117" sldId="266"/>
            <ac:picMk id="12" creationId="{E1A76AE3-BF6C-468C-9026-74635C549D10}"/>
          </ac:picMkLst>
        </pc:picChg>
        <pc:picChg chg="del">
          <ac:chgData name="samuel.styles93@gmail.com" userId="7f50b7227b40f00a" providerId="LiveId" clId="{FB0038D7-E244-43DF-B1C1-C7C1B2D24CB8}" dt="2022-01-05T17:06:01.794" v="830" actId="478"/>
          <ac:picMkLst>
            <pc:docMk/>
            <pc:sldMk cId="1099110117" sldId="266"/>
            <ac:picMk id="13" creationId="{641D85A2-FE3D-480B-BC36-279C00F33FE1}"/>
          </ac:picMkLst>
        </pc:picChg>
      </pc:sldChg>
      <pc:sldChg chg="add del">
        <pc:chgData name="samuel.styles93@gmail.com" userId="7f50b7227b40f00a" providerId="LiveId" clId="{FB0038D7-E244-43DF-B1C1-C7C1B2D24CB8}" dt="2022-01-05T17:26:35.141" v="963" actId="2696"/>
        <pc:sldMkLst>
          <pc:docMk/>
          <pc:sldMk cId="4278131227" sldId="266"/>
        </pc:sldMkLst>
      </pc:sldChg>
      <pc:sldChg chg="addSp delSp modSp add del mod">
        <pc:chgData name="samuel.styles93@gmail.com" userId="7f50b7227b40f00a" providerId="LiveId" clId="{FB0038D7-E244-43DF-B1C1-C7C1B2D24CB8}" dt="2022-01-05T17:22:30.397" v="835" actId="2696"/>
        <pc:sldMkLst>
          <pc:docMk/>
          <pc:sldMk cId="1287608307" sldId="267"/>
        </pc:sldMkLst>
        <pc:spChg chg="mod ord">
          <ac:chgData name="samuel.styles93@gmail.com" userId="7f50b7227b40f00a" providerId="LiveId" clId="{FB0038D7-E244-43DF-B1C1-C7C1B2D24CB8}" dt="2022-01-05T17:22:22.908" v="834" actId="26606"/>
          <ac:spMkLst>
            <pc:docMk/>
            <pc:sldMk cId="1287608307" sldId="267"/>
            <ac:spMk id="8" creationId="{3FAD48C7-8C20-4485-BB04-3FAA59FFF17D}"/>
          </ac:spMkLst>
        </pc:spChg>
        <pc:spChg chg="del">
          <ac:chgData name="samuel.styles93@gmail.com" userId="7f50b7227b40f00a" providerId="LiveId" clId="{FB0038D7-E244-43DF-B1C1-C7C1B2D24CB8}" dt="2022-01-05T17:22:22.908" v="834" actId="26606"/>
          <ac:spMkLst>
            <pc:docMk/>
            <pc:sldMk cId="1287608307" sldId="267"/>
            <ac:spMk id="56" creationId="{99F1FFA9-D672-408C-9220-ADEEC6ABDD09}"/>
          </ac:spMkLst>
        </pc:spChg>
        <pc:spChg chg="add">
          <ac:chgData name="samuel.styles93@gmail.com" userId="7f50b7227b40f00a" providerId="LiveId" clId="{FB0038D7-E244-43DF-B1C1-C7C1B2D24CB8}" dt="2022-01-05T17:22:22.908" v="834" actId="26606"/>
          <ac:spMkLst>
            <pc:docMk/>
            <pc:sldMk cId="1287608307" sldId="267"/>
            <ac:spMk id="61" creationId="{620FDFD2-19AF-4124-A49A-BAC0929B1300}"/>
          </ac:spMkLst>
        </pc:spChg>
        <pc:grpChg chg="add">
          <ac:chgData name="samuel.styles93@gmail.com" userId="7f50b7227b40f00a" providerId="LiveId" clId="{FB0038D7-E244-43DF-B1C1-C7C1B2D24CB8}" dt="2022-01-05T17:22:22.908" v="834" actId="26606"/>
          <ac:grpSpMkLst>
            <pc:docMk/>
            <pc:sldMk cId="1287608307" sldId="267"/>
            <ac:grpSpMk id="63" creationId="{7F6F6FC6-9A5F-4E14-8105-15D94914A798}"/>
          </ac:grpSpMkLst>
        </pc:grpChg>
        <pc:picChg chg="mod ord">
          <ac:chgData name="samuel.styles93@gmail.com" userId="7f50b7227b40f00a" providerId="LiveId" clId="{FB0038D7-E244-43DF-B1C1-C7C1B2D24CB8}" dt="2022-01-05T17:22:22.908" v="834" actId="26606"/>
          <ac:picMkLst>
            <pc:docMk/>
            <pc:sldMk cId="1287608307" sldId="267"/>
            <ac:picMk id="9" creationId="{ABE83102-FBD9-418A-97A8-F69EA13F22BD}"/>
          </ac:picMkLst>
        </pc:picChg>
        <pc:picChg chg="mod">
          <ac:chgData name="samuel.styles93@gmail.com" userId="7f50b7227b40f00a" providerId="LiveId" clId="{FB0038D7-E244-43DF-B1C1-C7C1B2D24CB8}" dt="2022-01-05T17:22:22.908" v="834" actId="26606"/>
          <ac:picMkLst>
            <pc:docMk/>
            <pc:sldMk cId="1287608307" sldId="267"/>
            <ac:picMk id="11" creationId="{488EDCDE-09D6-435A-99A3-25B451CB6F62}"/>
          </ac:picMkLst>
        </pc:picChg>
      </pc:sldChg>
      <pc:sldChg chg="delSp modSp add mod ord setBg delDesignElem">
        <pc:chgData name="samuel.styles93@gmail.com" userId="7f50b7227b40f00a" providerId="LiveId" clId="{FB0038D7-E244-43DF-B1C1-C7C1B2D24CB8}" dt="2022-01-05T17:31:29.570" v="1098" actId="16482"/>
        <pc:sldMkLst>
          <pc:docMk/>
          <pc:sldMk cId="1995382484" sldId="267"/>
        </pc:sldMkLst>
        <pc:spChg chg="mod">
          <ac:chgData name="samuel.styles93@gmail.com" userId="7f50b7227b40f00a" providerId="LiveId" clId="{FB0038D7-E244-43DF-B1C1-C7C1B2D24CB8}" dt="2022-01-05T17:30:06.423" v="1088" actId="20577"/>
          <ac:spMkLst>
            <pc:docMk/>
            <pc:sldMk cId="1995382484" sldId="267"/>
            <ac:spMk id="10" creationId="{4D49FF21-5362-47C7-BDDE-4EA7FCE3814C}"/>
          </ac:spMkLst>
        </pc:spChg>
        <pc:spChg chg="del">
          <ac:chgData name="samuel.styles93@gmail.com" userId="7f50b7227b40f00a" providerId="LiveId" clId="{FB0038D7-E244-43DF-B1C1-C7C1B2D24CB8}" dt="2022-01-05T17:28:28.735" v="989"/>
          <ac:spMkLst>
            <pc:docMk/>
            <pc:sldMk cId="1995382484" sldId="267"/>
            <ac:spMk id="13" creationId="{D009D6D5-DAC2-4A8B-A17A-E206B9012D09}"/>
          </ac:spMkLst>
        </pc:spChg>
        <pc:picChg chg="mod">
          <ac:chgData name="samuel.styles93@gmail.com" userId="7f50b7227b40f00a" providerId="LiveId" clId="{FB0038D7-E244-43DF-B1C1-C7C1B2D24CB8}" dt="2022-01-05T17:31:29.570" v="1098" actId="16482"/>
          <ac:picMkLst>
            <pc:docMk/>
            <pc:sldMk cId="1995382484" sldId="267"/>
            <ac:picMk id="6" creationId="{216F8DE7-5C67-42DE-8F39-88E64BA7ABF6}"/>
          </ac:picMkLst>
        </pc:picChg>
      </pc:sldChg>
      <pc:sldChg chg="addSp delSp modSp add del mod setBg delDesignElem">
        <pc:chgData name="samuel.styles93@gmail.com" userId="7f50b7227b40f00a" providerId="LiveId" clId="{FB0038D7-E244-43DF-B1C1-C7C1B2D24CB8}" dt="2022-01-05T17:40:54.243" v="1138" actId="2696"/>
        <pc:sldMkLst>
          <pc:docMk/>
          <pc:sldMk cId="710390134" sldId="268"/>
        </pc:sldMkLst>
        <pc:spChg chg="mod">
          <ac:chgData name="samuel.styles93@gmail.com" userId="7f50b7227b40f00a" providerId="LiveId" clId="{FB0038D7-E244-43DF-B1C1-C7C1B2D24CB8}" dt="2022-01-05T17:33:59.148" v="1108" actId="26606"/>
          <ac:spMkLst>
            <pc:docMk/>
            <pc:sldMk cId="710390134" sldId="268"/>
            <ac:spMk id="3" creationId="{DCFA5D18-D97C-4D7A-AE90-E2946CE77EDA}"/>
          </ac:spMkLst>
        </pc:spChg>
        <pc:spChg chg="mod">
          <ac:chgData name="samuel.styles93@gmail.com" userId="7f50b7227b40f00a" providerId="LiveId" clId="{FB0038D7-E244-43DF-B1C1-C7C1B2D24CB8}" dt="2022-01-05T17:33:59.148" v="1108" actId="26606"/>
          <ac:spMkLst>
            <pc:docMk/>
            <pc:sldMk cId="710390134" sldId="268"/>
            <ac:spMk id="6" creationId="{42278042-918D-46C8-97AF-47113E4EDB47}"/>
          </ac:spMkLst>
        </pc:spChg>
        <pc:spChg chg="add">
          <ac:chgData name="samuel.styles93@gmail.com" userId="7f50b7227b40f00a" providerId="LiveId" clId="{FB0038D7-E244-43DF-B1C1-C7C1B2D24CB8}" dt="2022-01-05T17:33:59.148" v="1108" actId="26606"/>
          <ac:spMkLst>
            <pc:docMk/>
            <pc:sldMk cId="710390134" sldId="268"/>
            <ac:spMk id="14" creationId="{79BB35BC-D5C2-4C8B-A22A-A71E6191913B}"/>
          </ac:spMkLst>
        </pc:spChg>
        <pc:spChg chg="del">
          <ac:chgData name="samuel.styles93@gmail.com" userId="7f50b7227b40f00a" providerId="LiveId" clId="{FB0038D7-E244-43DF-B1C1-C7C1B2D24CB8}" dt="2022-01-05T17:33:34.180" v="1104"/>
          <ac:spMkLst>
            <pc:docMk/>
            <pc:sldMk cId="710390134" sldId="268"/>
            <ac:spMk id="58" creationId="{1EE70AE2-832E-4D1F-A983-946F2217D128}"/>
          </ac:spMkLst>
        </pc:spChg>
        <pc:grpChg chg="del">
          <ac:chgData name="samuel.styles93@gmail.com" userId="7f50b7227b40f00a" providerId="LiveId" clId="{FB0038D7-E244-43DF-B1C1-C7C1B2D24CB8}" dt="2022-01-05T17:33:34.180" v="1104"/>
          <ac:grpSpMkLst>
            <pc:docMk/>
            <pc:sldMk cId="710390134" sldId="268"/>
            <ac:grpSpMk id="59" creationId="{7594B485-3656-43C7-AB7B-F237101E3282}"/>
          </ac:grpSpMkLst>
        </pc:grpChg>
        <pc:picChg chg="add del mod">
          <ac:chgData name="samuel.styles93@gmail.com" userId="7f50b7227b40f00a" providerId="LiveId" clId="{FB0038D7-E244-43DF-B1C1-C7C1B2D24CB8}" dt="2022-01-05T17:33:59.148" v="1108" actId="26606"/>
          <ac:picMkLst>
            <pc:docMk/>
            <pc:sldMk cId="710390134" sldId="268"/>
            <ac:picMk id="9" creationId="{8E8461C7-3EF4-4A0B-A129-8FD3F99BECBF}"/>
          </ac:picMkLst>
        </pc:picChg>
        <pc:picChg chg="del">
          <ac:chgData name="samuel.styles93@gmail.com" userId="7f50b7227b40f00a" providerId="LiveId" clId="{FB0038D7-E244-43DF-B1C1-C7C1B2D24CB8}" dt="2022-01-05T17:33:43.659" v="1105" actId="478"/>
          <ac:picMkLst>
            <pc:docMk/>
            <pc:sldMk cId="710390134" sldId="268"/>
            <ac:picMk id="11" creationId="{75598709-D252-4E08-8DF2-E3873FA8D4B5}"/>
          </ac:picMkLst>
        </pc:picChg>
      </pc:sldChg>
      <pc:sldChg chg="addSp delSp modSp add del mod setBg delDesignElem">
        <pc:chgData name="samuel.styles93@gmail.com" userId="7f50b7227b40f00a" providerId="LiveId" clId="{FB0038D7-E244-43DF-B1C1-C7C1B2D24CB8}" dt="2022-01-05T17:41:40.028" v="1143" actId="2696"/>
        <pc:sldMkLst>
          <pc:docMk/>
          <pc:sldMk cId="429761965" sldId="269"/>
        </pc:sldMkLst>
        <pc:spChg chg="del">
          <ac:chgData name="samuel.styles93@gmail.com" userId="7f50b7227b40f00a" providerId="LiveId" clId="{FB0038D7-E244-43DF-B1C1-C7C1B2D24CB8}" dt="2022-01-05T17:34:15.321" v="1110"/>
          <ac:spMkLst>
            <pc:docMk/>
            <pc:sldMk cId="429761965" sldId="269"/>
            <ac:spMk id="14" creationId="{79BB35BC-D5C2-4C8B-A22A-A71E6191913B}"/>
          </ac:spMkLst>
        </pc:spChg>
        <pc:picChg chg="add del mod">
          <ac:chgData name="samuel.styles93@gmail.com" userId="7f50b7227b40f00a" providerId="LiveId" clId="{FB0038D7-E244-43DF-B1C1-C7C1B2D24CB8}" dt="2022-01-05T17:34:52.758" v="1114" actId="478"/>
          <ac:picMkLst>
            <pc:docMk/>
            <pc:sldMk cId="429761965" sldId="269"/>
            <ac:picMk id="7" creationId="{C46DF6AC-56E2-4990-B09D-EF29638C5928}"/>
          </ac:picMkLst>
        </pc:picChg>
        <pc:picChg chg="add mod">
          <ac:chgData name="samuel.styles93@gmail.com" userId="7f50b7227b40f00a" providerId="LiveId" clId="{FB0038D7-E244-43DF-B1C1-C7C1B2D24CB8}" dt="2022-01-05T17:35:21.054" v="1117" actId="1076"/>
          <ac:picMkLst>
            <pc:docMk/>
            <pc:sldMk cId="429761965" sldId="269"/>
            <ac:picMk id="8" creationId="{4A5D01C3-859E-47D3-B1C4-3DEBE4C40D39}"/>
          </ac:picMkLst>
        </pc:picChg>
        <pc:picChg chg="del">
          <ac:chgData name="samuel.styles93@gmail.com" userId="7f50b7227b40f00a" providerId="LiveId" clId="{FB0038D7-E244-43DF-B1C1-C7C1B2D24CB8}" dt="2022-01-05T17:34:54.305" v="1115" actId="478"/>
          <ac:picMkLst>
            <pc:docMk/>
            <pc:sldMk cId="429761965" sldId="269"/>
            <ac:picMk id="9" creationId="{8E8461C7-3EF4-4A0B-A129-8FD3F99BECBF}"/>
          </ac:picMkLst>
        </pc:picChg>
        <pc:picChg chg="add mod">
          <ac:chgData name="samuel.styles93@gmail.com" userId="7f50b7227b40f00a" providerId="LiveId" clId="{FB0038D7-E244-43DF-B1C1-C7C1B2D24CB8}" dt="2022-01-05T17:35:28.334" v="1118" actId="1076"/>
          <ac:picMkLst>
            <pc:docMk/>
            <pc:sldMk cId="429761965" sldId="269"/>
            <ac:picMk id="10" creationId="{C826335B-A9B9-43AF-A47C-545CCF58A6A2}"/>
          </ac:picMkLst>
        </pc:picChg>
      </pc:sldChg>
      <pc:sldChg chg="addSp delSp modSp add mod ord setBg delDesignElem">
        <pc:chgData name="samuel.styles93@gmail.com" userId="7f50b7227b40f00a" providerId="LiveId" clId="{FB0038D7-E244-43DF-B1C1-C7C1B2D24CB8}" dt="2022-01-05T17:46:42.948" v="1372" actId="1038"/>
        <pc:sldMkLst>
          <pc:docMk/>
          <pc:sldMk cId="1182497163" sldId="270"/>
        </pc:sldMkLst>
        <pc:spChg chg="mod">
          <ac:chgData name="samuel.styles93@gmail.com" userId="7f50b7227b40f00a" providerId="LiveId" clId="{FB0038D7-E244-43DF-B1C1-C7C1B2D24CB8}" dt="2022-01-05T17:46:42.948" v="1372" actId="1038"/>
          <ac:spMkLst>
            <pc:docMk/>
            <pc:sldMk cId="1182497163" sldId="270"/>
            <ac:spMk id="6" creationId="{B54C1840-0139-4EDD-924A-CC72ABDDE0B2}"/>
          </ac:spMkLst>
        </pc:spChg>
        <pc:spChg chg="mod">
          <ac:chgData name="samuel.styles93@gmail.com" userId="7f50b7227b40f00a" providerId="LiveId" clId="{FB0038D7-E244-43DF-B1C1-C7C1B2D24CB8}" dt="2022-01-05T17:41:25.267" v="1141" actId="12"/>
          <ac:spMkLst>
            <pc:docMk/>
            <pc:sldMk cId="1182497163" sldId="270"/>
            <ac:spMk id="8" creationId="{3FAD48C7-8C20-4485-BB04-3FAA59FFF17D}"/>
          </ac:spMkLst>
        </pc:spChg>
        <pc:spChg chg="del">
          <ac:chgData name="samuel.styles93@gmail.com" userId="7f50b7227b40f00a" providerId="LiveId" clId="{FB0038D7-E244-43DF-B1C1-C7C1B2D24CB8}" dt="2022-01-05T17:36:07.933" v="1120"/>
          <ac:spMkLst>
            <pc:docMk/>
            <pc:sldMk cId="1182497163" sldId="270"/>
            <ac:spMk id="56" creationId="{99F1FFA9-D672-408C-9220-ADEEC6ABDD09}"/>
          </ac:spMkLst>
        </pc:spChg>
        <pc:picChg chg="add del mod">
          <ac:chgData name="samuel.styles93@gmail.com" userId="7f50b7227b40f00a" providerId="LiveId" clId="{FB0038D7-E244-43DF-B1C1-C7C1B2D24CB8}" dt="2022-01-05T17:36:49.967" v="1126" actId="478"/>
          <ac:picMkLst>
            <pc:docMk/>
            <pc:sldMk cId="1182497163" sldId="270"/>
            <ac:picMk id="7" creationId="{1F0767C6-7ACE-434C-AFFA-7417E8528B24}"/>
          </ac:picMkLst>
        </pc:picChg>
        <pc:picChg chg="mod">
          <ac:chgData name="samuel.styles93@gmail.com" userId="7f50b7227b40f00a" providerId="LiveId" clId="{FB0038D7-E244-43DF-B1C1-C7C1B2D24CB8}" dt="2022-01-05T17:40:07.425" v="1132" actId="14826"/>
          <ac:picMkLst>
            <pc:docMk/>
            <pc:sldMk cId="1182497163" sldId="270"/>
            <ac:picMk id="9" creationId="{ABE83102-FBD9-418A-97A8-F69EA13F22BD}"/>
          </ac:picMkLst>
        </pc:picChg>
        <pc:picChg chg="mod">
          <ac:chgData name="samuel.styles93@gmail.com" userId="7f50b7227b40f00a" providerId="LiveId" clId="{FB0038D7-E244-43DF-B1C1-C7C1B2D24CB8}" dt="2022-01-05T17:40:01.223" v="1131" actId="14826"/>
          <ac:picMkLst>
            <pc:docMk/>
            <pc:sldMk cId="1182497163" sldId="270"/>
            <ac:picMk id="11" creationId="{488EDCDE-09D6-435A-99A3-25B451CB6F62}"/>
          </ac:picMkLst>
        </pc:picChg>
      </pc:sldChg>
      <pc:sldChg chg="addSp delSp modSp add mod ord setBg delDesignElem">
        <pc:chgData name="samuel.styles93@gmail.com" userId="7f50b7227b40f00a" providerId="LiveId" clId="{FB0038D7-E244-43DF-B1C1-C7C1B2D24CB8}" dt="2022-01-05T17:49:46.094" v="1473" actId="20577"/>
        <pc:sldMkLst>
          <pc:docMk/>
          <pc:sldMk cId="1289255202" sldId="271"/>
        </pc:sldMkLst>
        <pc:spChg chg="add del mod">
          <ac:chgData name="samuel.styles93@gmail.com" userId="7f50b7227b40f00a" providerId="LiveId" clId="{FB0038D7-E244-43DF-B1C1-C7C1B2D24CB8}" dt="2022-01-05T17:48:55.242" v="1428" actId="478"/>
          <ac:spMkLst>
            <pc:docMk/>
            <pc:sldMk cId="1289255202" sldId="271"/>
            <ac:spMk id="3" creationId="{45596DB6-88A6-4798-B743-2FFD78E6FACD}"/>
          </ac:spMkLst>
        </pc:spChg>
        <pc:spChg chg="mod">
          <ac:chgData name="samuel.styles93@gmail.com" userId="7f50b7227b40f00a" providerId="LiveId" clId="{FB0038D7-E244-43DF-B1C1-C7C1B2D24CB8}" dt="2022-01-05T17:45:23.748" v="1275"/>
          <ac:spMkLst>
            <pc:docMk/>
            <pc:sldMk cId="1289255202" sldId="271"/>
            <ac:spMk id="4" creationId="{8993AF30-6AA5-4154-BEC6-D8DB57039D33}"/>
          </ac:spMkLst>
        </pc:spChg>
        <pc:spChg chg="del mod">
          <ac:chgData name="samuel.styles93@gmail.com" userId="7f50b7227b40f00a" providerId="LiveId" clId="{FB0038D7-E244-43DF-B1C1-C7C1B2D24CB8}" dt="2022-01-05T17:48:26.347" v="1419" actId="478"/>
          <ac:spMkLst>
            <pc:docMk/>
            <pc:sldMk cId="1289255202" sldId="271"/>
            <ac:spMk id="6" creationId="{42278042-918D-46C8-97AF-47113E4EDB47}"/>
          </ac:spMkLst>
        </pc:spChg>
        <pc:spChg chg="add mod">
          <ac:chgData name="samuel.styles93@gmail.com" userId="7f50b7227b40f00a" providerId="LiveId" clId="{FB0038D7-E244-43DF-B1C1-C7C1B2D24CB8}" dt="2022-01-05T17:49:46.094" v="1473" actId="20577"/>
          <ac:spMkLst>
            <pc:docMk/>
            <pc:sldMk cId="1289255202" sldId="271"/>
            <ac:spMk id="8" creationId="{93039BF7-AB7B-418F-848B-D61931EB6541}"/>
          </ac:spMkLst>
        </pc:spChg>
        <pc:spChg chg="add del mod">
          <ac:chgData name="samuel.styles93@gmail.com" userId="7f50b7227b40f00a" providerId="LiveId" clId="{FB0038D7-E244-43DF-B1C1-C7C1B2D24CB8}" dt="2022-01-05T17:48:47.611" v="1426"/>
          <ac:spMkLst>
            <pc:docMk/>
            <pc:sldMk cId="1289255202" sldId="271"/>
            <ac:spMk id="11" creationId="{E1356B2E-2FD2-4BA9-9A36-0C6151A9CA82}"/>
          </ac:spMkLst>
        </pc:spChg>
        <pc:spChg chg="del">
          <ac:chgData name="samuel.styles93@gmail.com" userId="7f50b7227b40f00a" providerId="LiveId" clId="{FB0038D7-E244-43DF-B1C1-C7C1B2D24CB8}" dt="2022-01-05T17:42:44.232" v="1149"/>
          <ac:spMkLst>
            <pc:docMk/>
            <pc:sldMk cId="1289255202" sldId="271"/>
            <ac:spMk id="33" creationId="{2172A0AC-3DCE-4672-BCAF-28FEF91F6020}"/>
          </ac:spMkLst>
        </pc:spChg>
        <pc:spChg chg="del">
          <ac:chgData name="samuel.styles93@gmail.com" userId="7f50b7227b40f00a" providerId="LiveId" clId="{FB0038D7-E244-43DF-B1C1-C7C1B2D24CB8}" dt="2022-01-05T17:42:44.232" v="1149"/>
          <ac:spMkLst>
            <pc:docMk/>
            <pc:sldMk cId="1289255202" sldId="271"/>
            <ac:spMk id="35" creationId="{AE6F1C77-EDC9-4C5F-8C1C-62DD46BDA3C3}"/>
          </ac:spMkLst>
        </pc:spChg>
        <pc:picChg chg="mod">
          <ac:chgData name="samuel.styles93@gmail.com" userId="7f50b7227b40f00a" providerId="LiveId" clId="{FB0038D7-E244-43DF-B1C1-C7C1B2D24CB8}" dt="2022-01-05T17:44:07.497" v="1150" actId="14826"/>
          <ac:picMkLst>
            <pc:docMk/>
            <pc:sldMk cId="1289255202" sldId="271"/>
            <ac:picMk id="12" creationId="{E1A76AE3-BF6C-468C-9026-74635C549D10}"/>
          </ac:picMkLst>
        </pc:picChg>
        <pc:picChg chg="add del mod">
          <ac:chgData name="samuel.styles93@gmail.com" userId="7f50b7227b40f00a" providerId="LiveId" clId="{FB0038D7-E244-43DF-B1C1-C7C1B2D24CB8}" dt="2022-01-05T17:48:41.407" v="1424" actId="1076"/>
          <ac:picMkLst>
            <pc:docMk/>
            <pc:sldMk cId="1289255202" sldId="271"/>
            <ac:picMk id="13" creationId="{641D85A2-FE3D-480B-BC36-279C00F33F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164C-1B6D-4963-B796-4A0945803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A8C16-C2A9-47B0-950A-BB4C935F8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1E37-4564-483F-9CA3-235AB60C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0A14A-15B9-4A0D-BDA8-839F4AF5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F3B5D-EDEA-4E2F-82CA-7B979D51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549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F238-CA12-4D3D-A538-32EAD75D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C27F-722E-4309-94EE-F9A9E826E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7C09B-5A5D-4C2A-9D1E-8168E1CD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50B4-E4B1-42AC-8187-E5FF904A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4E73C-DDB8-4975-BDD9-B9916520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4150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B520-FC85-4560-8140-FF4CD9ED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3564D-D736-4FD2-9A34-A3138C8A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6D167-F4F2-4782-BB45-01CEBB21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941C7-7345-448B-A421-DDE32F24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F6068-F5D9-4950-B50C-67A21485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9170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E0A3-6DF8-47B1-96C5-32E4B5AC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3C00-6757-4387-9DAB-B75F2A3A3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222E1-E469-41D1-98E2-897F43AA4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EFBEE-E80F-4ADD-AFA8-FC6AE9E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0E5D2-C595-4F96-BF66-EA107381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521F2-ED9C-4DF6-A74E-A4208801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976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2D68-A057-4A74-8322-71EC8C449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065D2-33DC-4B7F-9B8A-54FF3748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D5920-37A2-4382-B99D-4C65DFB3B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E267E-7F86-4500-9C73-4A7F77193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659A1-44F1-4100-8619-9B5046325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CB263-7EC9-4E40-88B8-A94B7108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D43F2-4037-42DD-9472-05F3A348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DAFE9-D9B6-467D-918E-CEC11258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295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97BE-F966-4E43-86A0-65E976D0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4AD96-334F-4445-B97E-B7BA87E1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A9096-BA01-4D63-A5DB-6966613F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667C6-DA47-4535-B242-CABF6FA3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85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4306D-5CF9-4BE1-87E2-6B5CA710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93366-2F10-4168-8752-B34F71AA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3258-4B51-46B6-8413-D3871652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251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2D5E-170D-4DBA-BF41-6E98A3C6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629CB-18FB-47DE-86D8-2DBFEC4E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AE031-B22E-462B-9535-442CBCF1D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22BB9-FBAC-45E5-A3E9-35D36F04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04DF2-6D1B-4EEA-8E92-73B3AFD83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BE85D-766B-4B2C-BA5F-1FD453A4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403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AEA0-9D32-4484-BC2B-EFB92446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7C958-380F-45EE-A485-89C588311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579BE-8A26-4EBF-AA67-C5F0E17AA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DB1B0-A8D2-4C4D-BB85-74A2EE54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495D0-0229-459F-A9A3-66A8B9CB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C9259-DF12-499B-BE51-DB9CF078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3640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AD9E-3641-4693-A66A-283FAB88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8E91-9633-4102-8EC3-00F7007AC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C6374-89FF-4B79-BA6A-35FBE8CF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E92D-A5E4-4C83-8B8D-4904006B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CBF46-FC20-42C9-A26E-61F9E78A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425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C57B0-DBCE-4E19-B070-42B5FC956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21047-AC45-437A-94F0-C129B5C8B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079D2-60D5-4462-9C13-8D90214A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D89F-74F6-45CD-821B-3DB795C1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0037-2EAE-4B37-8DCD-A2C73CF4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7694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70735-6D4C-4365-89A8-123972C0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D65BE-E31F-40FE-9183-7E5F2F735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5D792-14BE-450D-BA94-AFC73570F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2C7D-1E2A-4CE6-A941-A771D7350DEB}" type="datetimeFigureOut">
              <a:rPr lang="en-CH" smtClean="0"/>
              <a:t>05/01/2022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FE3C2-24FD-4675-A836-BD90B5EBE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830CD-74CD-46DC-AA12-9A87AF767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2A0F1-D0AE-4EF2-97CB-E2856C82DA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313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49FF21-5362-47C7-BDDE-4EA7FCE38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1159816"/>
            <a:ext cx="4619621" cy="55029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4000" dirty="0">
                <a:solidFill>
                  <a:srgbClr val="C00000"/>
                </a:solidFill>
                <a:latin typeface="Evil Dead" panose="00000400000000000000" pitchFamily="2" charset="0"/>
              </a:rPr>
              <a:t>Necronomicon Ex Mortis</a:t>
            </a: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C00000"/>
                </a:solidFill>
              </a:rPr>
              <a:t>CMN4200.2 – </a:t>
            </a:r>
            <a:r>
              <a:rPr lang="en-GB" sz="1400" dirty="0" err="1">
                <a:solidFill>
                  <a:srgbClr val="C00000"/>
                </a:solidFill>
              </a:rPr>
              <a:t>Présentation</a:t>
            </a:r>
            <a:r>
              <a:rPr lang="en-GB" sz="1400" dirty="0">
                <a:solidFill>
                  <a:srgbClr val="C00000"/>
                </a:solidFill>
              </a:rPr>
              <a:t> </a:t>
            </a:r>
            <a:r>
              <a:rPr lang="en-GB" sz="1400" dirty="0" err="1">
                <a:solidFill>
                  <a:srgbClr val="C00000"/>
                </a:solidFill>
              </a:rPr>
              <a:t>d’une</a:t>
            </a:r>
            <a:r>
              <a:rPr lang="en-GB" sz="1400" dirty="0">
                <a:solidFill>
                  <a:srgbClr val="C00000"/>
                </a:solidFill>
              </a:rPr>
              <a:t> </a:t>
            </a:r>
            <a:r>
              <a:rPr lang="en-GB" sz="1400" dirty="0" err="1">
                <a:solidFill>
                  <a:srgbClr val="C00000"/>
                </a:solidFill>
              </a:rPr>
              <a:t>industrie</a:t>
            </a:r>
            <a:r>
              <a:rPr lang="en-GB" sz="1400" dirty="0">
                <a:solidFill>
                  <a:srgbClr val="C00000"/>
                </a:solidFill>
              </a:rPr>
              <a:t> creative – Johanna </a:t>
            </a:r>
            <a:r>
              <a:rPr lang="en-GB" sz="1400" dirty="0" err="1">
                <a:solidFill>
                  <a:srgbClr val="C00000"/>
                </a:solidFill>
              </a:rPr>
              <a:t>Palminha</a:t>
            </a:r>
            <a:r>
              <a:rPr lang="en-GB" sz="1400" dirty="0">
                <a:solidFill>
                  <a:srgbClr val="C00000"/>
                </a:solidFill>
              </a:rPr>
              <a:t> – Sébastien </a:t>
            </a:r>
            <a:r>
              <a:rPr lang="en-GB" sz="1400" dirty="0" err="1">
                <a:solidFill>
                  <a:srgbClr val="C00000"/>
                </a:solidFill>
              </a:rPr>
              <a:t>Puiatti</a:t>
            </a:r>
            <a:r>
              <a:rPr lang="en-GB" sz="1400" dirty="0">
                <a:solidFill>
                  <a:srgbClr val="C00000"/>
                </a:solidFill>
              </a:rPr>
              <a:t> – Samuel Styles</a:t>
            </a:r>
            <a:endParaRPr lang="en-CH" sz="1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C00000"/>
              </a:solidFill>
              <a:latin typeface="Evil Dead" panose="00000400000000000000" pitchFamily="2" charset="0"/>
            </a:endParaRPr>
          </a:p>
        </p:txBody>
      </p:sp>
      <p:pic>
        <p:nvPicPr>
          <p:cNvPr id="6" name="image1.jpeg">
            <a:extLst>
              <a:ext uri="{FF2B5EF4-FFF2-40B4-BE49-F238E27FC236}">
                <a16:creationId xmlns:a16="http://schemas.microsoft.com/office/drawing/2014/main" id="{216F8DE7-5C67-42DE-8F39-88E64BA7AB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74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077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690F1-5895-4A0A-AB63-ECEA25E2A6CE}"/>
              </a:ext>
            </a:extLst>
          </p:cNvPr>
          <p:cNvSpPr txBox="1"/>
          <p:nvPr/>
        </p:nvSpPr>
        <p:spPr>
          <a:xfrm>
            <a:off x="838200" y="2333297"/>
            <a:ext cx="4619621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Ouvrage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Sumérien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relié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Grossièrement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traduit</a:t>
            </a:r>
            <a:r>
              <a:rPr lang="en-US" sz="2000" dirty="0">
                <a:solidFill>
                  <a:schemeClr val="bg1"/>
                </a:solidFill>
              </a:rPr>
              <a:t> “livre des </a:t>
            </a:r>
            <a:r>
              <a:rPr lang="en-US" sz="2000" dirty="0" err="1">
                <a:solidFill>
                  <a:schemeClr val="bg1"/>
                </a:solidFill>
              </a:rPr>
              <a:t>morts</a:t>
            </a:r>
            <a:r>
              <a:rPr lang="en-US" sz="2000" dirty="0">
                <a:solidFill>
                  <a:schemeClr val="bg1"/>
                </a:solidFill>
              </a:rPr>
              <a:t>”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Ouvrage</a:t>
            </a:r>
            <a:r>
              <a:rPr lang="en-US" sz="2000" dirty="0">
                <a:solidFill>
                  <a:schemeClr val="bg1"/>
                </a:solidFill>
              </a:rPr>
              <a:t> fictive de la franchise Evil dead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image2.jpeg">
            <a:extLst>
              <a:ext uri="{FF2B5EF4-FFF2-40B4-BE49-F238E27FC236}">
                <a16:creationId xmlns:a16="http://schemas.microsoft.com/office/drawing/2014/main" id="{398C481D-3D51-4EF4-9982-5801C7C17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15720" r="21515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7824C923-A30E-46CB-BA74-384706D35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224" y="1190635"/>
            <a:ext cx="6140449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spc="-15" dirty="0">
                <a:solidFill>
                  <a:schemeClr val="bg1"/>
                </a:solidFill>
              </a:rPr>
              <a:t>Aperçu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94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AD48C7-8C20-4485-BB04-3FAA59FFF17D}"/>
              </a:ext>
            </a:extLst>
          </p:cNvPr>
          <p:cNvSpPr txBox="1"/>
          <p:nvPr/>
        </p:nvSpPr>
        <p:spPr>
          <a:xfrm>
            <a:off x="838201" y="2482589"/>
            <a:ext cx="3816096" cy="369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alpha val="80000"/>
                  </a:schemeClr>
                </a:solidFill>
              </a:rPr>
              <a:t>Franchise </a:t>
            </a:r>
            <a:r>
              <a:rPr lang="en-GB" sz="2000" dirty="0" err="1">
                <a:solidFill>
                  <a:schemeClr val="bg1">
                    <a:alpha val="80000"/>
                  </a:schemeClr>
                </a:solidFill>
              </a:rPr>
              <a:t>influente</a:t>
            </a:r>
            <a:endParaRPr lang="en-GB" sz="2000" dirty="0">
              <a:solidFill>
                <a:schemeClr val="bg1">
                  <a:alpha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>
                  <a:alpha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alpha val="80000"/>
                  </a:schemeClr>
                </a:solidFill>
              </a:rPr>
              <a:t>Trois films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>
                  <a:alpha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bg1">
                    <a:alpha val="80000"/>
                  </a:schemeClr>
                </a:solidFill>
              </a:rPr>
              <a:t>Exemple</a:t>
            </a:r>
            <a:r>
              <a:rPr lang="en-GB" sz="2000" dirty="0">
                <a:solidFill>
                  <a:schemeClr val="bg1">
                    <a:alpha val="80000"/>
                  </a:schemeClr>
                </a:solidFill>
              </a:rPr>
              <a:t> de production </a:t>
            </a:r>
            <a:r>
              <a:rPr lang="en-GB" sz="2000" dirty="0" err="1">
                <a:solidFill>
                  <a:schemeClr val="bg1">
                    <a:alpha val="80000"/>
                  </a:schemeClr>
                </a:solidFill>
              </a:rPr>
              <a:t>novatrice</a:t>
            </a:r>
            <a:endParaRPr lang="en-GB" sz="2000" dirty="0">
              <a:solidFill>
                <a:schemeClr val="bg1">
                  <a:alpha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sz="20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9" name="image5.jpeg">
            <a:extLst>
              <a:ext uri="{FF2B5EF4-FFF2-40B4-BE49-F238E27FC236}">
                <a16:creationId xmlns:a16="http://schemas.microsoft.com/office/drawing/2014/main" id="{ABE83102-FBD9-418A-97A8-F69EA13F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0" b="11980"/>
          <a:stretch/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11" name="image6.jpeg">
            <a:extLst>
              <a:ext uri="{FF2B5EF4-FFF2-40B4-BE49-F238E27FC236}">
                <a16:creationId xmlns:a16="http://schemas.microsoft.com/office/drawing/2014/main" id="{488EDCDE-09D6-435A-99A3-25B451CB6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03" b="31103"/>
          <a:stretch/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54C1840-0139-4EDD-924A-CC72ABDDE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224" y="1190635"/>
            <a:ext cx="6140449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spc="-15" dirty="0">
                <a:solidFill>
                  <a:schemeClr val="bg1"/>
                </a:solidFill>
              </a:rPr>
              <a:t>Evil Dead 2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49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8.jpeg">
            <a:extLst>
              <a:ext uri="{FF2B5EF4-FFF2-40B4-BE49-F238E27FC236}">
                <a16:creationId xmlns:a16="http://schemas.microsoft.com/office/drawing/2014/main" id="{641D85A2-FE3D-480B-BC36-279C00F33F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4" r="11494"/>
          <a:stretch/>
        </p:blipFill>
        <p:spPr>
          <a:xfrm>
            <a:off x="20" y="10"/>
            <a:ext cx="8450297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3AF30-6AA5-4154-BEC6-D8DB57039D33}"/>
              </a:ext>
            </a:extLst>
          </p:cNvPr>
          <p:cNvSpPr txBox="1"/>
          <p:nvPr/>
        </p:nvSpPr>
        <p:spPr>
          <a:xfrm>
            <a:off x="838200" y="2219785"/>
            <a:ext cx="4619621" cy="3957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Sous-genre de film </a:t>
            </a:r>
            <a:r>
              <a:rPr lang="en-US" sz="2000" dirty="0" err="1">
                <a:solidFill>
                  <a:schemeClr val="bg1"/>
                </a:solidFill>
              </a:rPr>
              <a:t>d’horreur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Remplacé</a:t>
            </a:r>
            <a:r>
              <a:rPr lang="en-US" sz="2000" dirty="0">
                <a:solidFill>
                  <a:schemeClr val="bg1"/>
                </a:solidFill>
              </a:rPr>
              <a:t> dans les </a:t>
            </a:r>
            <a:r>
              <a:rPr lang="en-US" sz="2000" dirty="0" err="1">
                <a:solidFill>
                  <a:schemeClr val="bg1"/>
                </a:solidFill>
              </a:rPr>
              <a:t>années</a:t>
            </a:r>
            <a:r>
              <a:rPr lang="en-US" sz="2000" dirty="0">
                <a:solidFill>
                  <a:schemeClr val="bg1"/>
                </a:solidFill>
              </a:rPr>
              <a:t> 90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Splatstick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2" name="image7.jpeg">
            <a:extLst>
              <a:ext uri="{FF2B5EF4-FFF2-40B4-BE49-F238E27FC236}">
                <a16:creationId xmlns:a16="http://schemas.microsoft.com/office/drawing/2014/main" id="{E1A76AE3-BF6C-468C-9026-74635C549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0" r="14930"/>
          <a:stretch/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93039BF7-AB7B-418F-848B-D61931EB6541}"/>
              </a:ext>
            </a:extLst>
          </p:cNvPr>
          <p:cNvSpPr txBox="1">
            <a:spLocks/>
          </p:cNvSpPr>
          <p:nvPr/>
        </p:nvSpPr>
        <p:spPr>
          <a:xfrm>
            <a:off x="799224" y="1190635"/>
            <a:ext cx="6140449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spc="-15" dirty="0" err="1">
                <a:solidFill>
                  <a:schemeClr val="bg1"/>
                </a:solidFill>
              </a:rPr>
              <a:t>Comédie</a:t>
            </a:r>
            <a:r>
              <a:rPr lang="en-US" sz="4000" b="1" spc="-15" dirty="0">
                <a:solidFill>
                  <a:schemeClr val="bg1"/>
                </a:solidFill>
              </a:rPr>
              <a:t> </a:t>
            </a:r>
            <a:r>
              <a:rPr lang="en-US" sz="4000" b="1" spc="-15" dirty="0" err="1">
                <a:solidFill>
                  <a:schemeClr val="bg1"/>
                </a:solidFill>
              </a:rPr>
              <a:t>d’horreur</a:t>
            </a:r>
            <a:r>
              <a:rPr lang="en-US" sz="4000" b="1" spc="-15" dirty="0">
                <a:solidFill>
                  <a:schemeClr val="bg1"/>
                </a:solidFill>
              </a:rPr>
              <a:t> 80’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25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8.jpeg" descr="A person sitting on a bench&#10;&#10;Description automatically generated with low confidence">
            <a:extLst>
              <a:ext uri="{FF2B5EF4-FFF2-40B4-BE49-F238E27FC236}">
                <a16:creationId xmlns:a16="http://schemas.microsoft.com/office/drawing/2014/main" id="{641D85A2-FE3D-480B-BC36-279C00F33F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40000"/>
          </a:blip>
          <a:srcRect t="19338" r="1" b="36838"/>
          <a:stretch/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3AF30-6AA5-4154-BEC6-D8DB57039D33}"/>
              </a:ext>
            </a:extLst>
          </p:cNvPr>
          <p:cNvSpPr txBox="1"/>
          <p:nvPr/>
        </p:nvSpPr>
        <p:spPr>
          <a:xfrm>
            <a:off x="838200" y="2219785"/>
            <a:ext cx="4619621" cy="3957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Les adaptations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</a:rPr>
              <a:t>Nostalgie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12" name="image7.jpeg">
            <a:extLst>
              <a:ext uri="{FF2B5EF4-FFF2-40B4-BE49-F238E27FC236}">
                <a16:creationId xmlns:a16="http://schemas.microsoft.com/office/drawing/2014/main" id="{E1A76AE3-BF6C-468C-9026-74635C549D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r="-3" b="799"/>
          <a:stretch/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20414429-6FDE-4AC3-8C2B-5722096FCE7E}"/>
              </a:ext>
            </a:extLst>
          </p:cNvPr>
          <p:cNvSpPr txBox="1">
            <a:spLocks/>
          </p:cNvSpPr>
          <p:nvPr/>
        </p:nvSpPr>
        <p:spPr>
          <a:xfrm>
            <a:off x="799224" y="1190635"/>
            <a:ext cx="6140449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kern="1200" spc="-15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L’industrie</a:t>
            </a:r>
            <a:r>
              <a:rPr lang="en-US" sz="4000" b="1" kern="1200" spc="-1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spc="-15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aujourd’hui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91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49FF21-5362-47C7-BDDE-4EA7FCE38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1159816"/>
            <a:ext cx="4619621" cy="5502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>
                <a:solidFill>
                  <a:srgbClr val="C00000"/>
                </a:solidFill>
                <a:latin typeface="Evil Dead" panose="00000400000000000000" pitchFamily="2" charset="0"/>
              </a:rPr>
              <a:t>Conclusion</a:t>
            </a: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endParaRPr lang="en-GB" sz="4000" dirty="0">
              <a:solidFill>
                <a:srgbClr val="C00000"/>
              </a:solidFill>
              <a:latin typeface="Evil Dead" panose="00000400000000000000" pitchFamily="2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Avant </a:t>
            </a:r>
            <a:r>
              <a:rPr lang="en-GB" sz="2400" dirty="0" err="1">
                <a:solidFill>
                  <a:srgbClr val="C00000"/>
                </a:solidFill>
                <a:latin typeface="Evil Dead" panose="00000400000000000000" pitchFamily="2" charset="0"/>
              </a:rPr>
              <a:t>c’était</a:t>
            </a: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 </a:t>
            </a:r>
            <a:r>
              <a:rPr lang="en-GB" sz="2400" dirty="0" err="1">
                <a:solidFill>
                  <a:srgbClr val="C00000"/>
                </a:solidFill>
                <a:latin typeface="Evil Dead" panose="00000400000000000000" pitchFamily="2" charset="0"/>
              </a:rPr>
              <a:t>magique</a:t>
            </a: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 </a:t>
            </a:r>
            <a:r>
              <a:rPr lang="en-GB" sz="2400" dirty="0" err="1">
                <a:solidFill>
                  <a:srgbClr val="C00000"/>
                </a:solidFill>
                <a:latin typeface="Evil Dead" panose="00000400000000000000" pitchFamily="2" charset="0"/>
              </a:rPr>
              <a:t>aujourd’hui</a:t>
            </a: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 </a:t>
            </a:r>
            <a:r>
              <a:rPr lang="en-GB" sz="2400" dirty="0" err="1">
                <a:solidFill>
                  <a:srgbClr val="C00000"/>
                </a:solidFill>
                <a:latin typeface="Evil Dead" panose="00000400000000000000" pitchFamily="2" charset="0"/>
              </a:rPr>
              <a:t>c’est</a:t>
            </a: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 </a:t>
            </a:r>
            <a:r>
              <a:rPr lang="en-GB" sz="2400" dirty="0" err="1">
                <a:solidFill>
                  <a:srgbClr val="C00000"/>
                </a:solidFill>
                <a:latin typeface="Evil Dead" panose="00000400000000000000" pitchFamily="2" charset="0"/>
              </a:rPr>
              <a:t>moins</a:t>
            </a:r>
            <a:r>
              <a:rPr lang="en-GB" sz="2400" dirty="0">
                <a:solidFill>
                  <a:srgbClr val="C00000"/>
                </a:solidFill>
                <a:latin typeface="Evil Dead" panose="00000400000000000000" pitchFamily="2" charset="0"/>
              </a:rPr>
              <a:t> bien</a:t>
            </a:r>
          </a:p>
        </p:txBody>
      </p:sp>
      <p:pic>
        <p:nvPicPr>
          <p:cNvPr id="6" name="image1.jpeg">
            <a:extLst>
              <a:ext uri="{FF2B5EF4-FFF2-40B4-BE49-F238E27FC236}">
                <a16:creationId xmlns:a16="http://schemas.microsoft.com/office/drawing/2014/main" id="{216F8DE7-5C67-42DE-8F39-88E64BA7AB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74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538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74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Evil Dead</vt:lpstr>
      <vt:lpstr>Office Theme</vt:lpstr>
      <vt:lpstr>PowerPoint Presentation</vt:lpstr>
      <vt:lpstr>Aperçu</vt:lpstr>
      <vt:lpstr>Evil Dead 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Necronomicon Ex-Mortis</dc:title>
  <dc:creator>samuel.styles93@gmail.com</dc:creator>
  <cp:lastModifiedBy>samuel.styles93@gmail.com</cp:lastModifiedBy>
  <cp:revision>1</cp:revision>
  <dcterms:created xsi:type="dcterms:W3CDTF">2022-01-05T13:16:48Z</dcterms:created>
  <dcterms:modified xsi:type="dcterms:W3CDTF">2022-01-05T17:50:05Z</dcterms:modified>
</cp:coreProperties>
</file>